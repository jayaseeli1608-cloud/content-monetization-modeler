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4" r:id="rId11"/>
    <p:sldId id="275" r:id="rId12"/>
    <p:sldId id="276" r:id="rId13"/>
    <p:sldId id="279" r:id="rId14"/>
    <p:sldId id="263" r:id="rId15"/>
    <p:sldId id="264" r:id="rId16"/>
    <p:sldId id="265" r:id="rId17"/>
    <p:sldId id="266" r:id="rId18"/>
    <p:sldId id="284" r:id="rId19"/>
    <p:sldId id="280" r:id="rId20"/>
    <p:sldId id="281" r:id="rId21"/>
    <p:sldId id="282" r:id="rId22"/>
    <p:sldId id="283" r:id="rId23"/>
    <p:sldId id="285" r:id="rId24"/>
    <p:sldId id="286" r:id="rId25"/>
    <p:sldId id="268" r:id="rId26"/>
    <p:sldId id="269" r:id="rId27"/>
    <p:sldId id="287" r:id="rId28"/>
    <p:sldId id="27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E68D8-C7AA-4730-BBDD-4143E5311E1D}" type="doc">
      <dgm:prSet loTypeId="urn:microsoft.com/office/officeart/2011/layout/CircleProcess" loCatId="process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E9D580E-C263-4665-94A2-863367214A53}">
      <dgm:prSet/>
      <dgm:spPr/>
      <dgm:t>
        <a:bodyPr/>
        <a:lstStyle/>
        <a:p>
          <a:r>
            <a:rPr lang="en-IN"/>
            <a:t>Dataset</a:t>
          </a:r>
        </a:p>
      </dgm:t>
    </dgm:pt>
    <dgm:pt modelId="{ECE2D4DA-FBF5-4563-BA96-8619F68EECA6}" type="parTrans" cxnId="{9FF7443A-7EA5-4913-8DD5-EB62D6DFBBB9}">
      <dgm:prSet/>
      <dgm:spPr/>
      <dgm:t>
        <a:bodyPr/>
        <a:lstStyle/>
        <a:p>
          <a:endParaRPr lang="en-IN"/>
        </a:p>
      </dgm:t>
    </dgm:pt>
    <dgm:pt modelId="{E421B22D-B226-4DA8-8BF1-54D97E864281}" type="sibTrans" cxnId="{9FF7443A-7EA5-4913-8DD5-EB62D6DFBBB9}">
      <dgm:prSet/>
      <dgm:spPr/>
      <dgm:t>
        <a:bodyPr/>
        <a:lstStyle/>
        <a:p>
          <a:endParaRPr lang="en-IN"/>
        </a:p>
      </dgm:t>
    </dgm:pt>
    <dgm:pt modelId="{C21529FB-7864-4747-A21F-46B0F2928EBA}">
      <dgm:prSet/>
      <dgm:spPr/>
      <dgm:t>
        <a:bodyPr/>
        <a:lstStyle/>
        <a:p>
          <a:r>
            <a:rPr lang="en-IN"/>
            <a:t>Data Cleaning</a:t>
          </a:r>
        </a:p>
      </dgm:t>
    </dgm:pt>
    <dgm:pt modelId="{455A40D5-6D55-4245-BE93-EB6E1553A8A9}" type="parTrans" cxnId="{29C111EB-C8ED-4B2C-A67A-ECB480BEB7DF}">
      <dgm:prSet/>
      <dgm:spPr/>
      <dgm:t>
        <a:bodyPr/>
        <a:lstStyle/>
        <a:p>
          <a:endParaRPr lang="en-IN"/>
        </a:p>
      </dgm:t>
    </dgm:pt>
    <dgm:pt modelId="{FD59385D-C77D-43AE-9477-8F87F8D9A7D6}" type="sibTrans" cxnId="{29C111EB-C8ED-4B2C-A67A-ECB480BEB7DF}">
      <dgm:prSet/>
      <dgm:spPr/>
      <dgm:t>
        <a:bodyPr/>
        <a:lstStyle/>
        <a:p>
          <a:endParaRPr lang="en-IN"/>
        </a:p>
      </dgm:t>
    </dgm:pt>
    <dgm:pt modelId="{5469F98A-20C9-42D2-AC01-643B4413AEFB}">
      <dgm:prSet/>
      <dgm:spPr/>
      <dgm:t>
        <a:bodyPr/>
        <a:lstStyle/>
        <a:p>
          <a:r>
            <a:rPr lang="en-IN"/>
            <a:t>Feature Engineering</a:t>
          </a:r>
        </a:p>
      </dgm:t>
    </dgm:pt>
    <dgm:pt modelId="{289FC796-A65F-44C1-B890-C40496A189FD}" type="parTrans" cxnId="{AB2F3FF9-4C16-4638-AB2B-DED47985D3AD}">
      <dgm:prSet/>
      <dgm:spPr/>
      <dgm:t>
        <a:bodyPr/>
        <a:lstStyle/>
        <a:p>
          <a:endParaRPr lang="en-IN"/>
        </a:p>
      </dgm:t>
    </dgm:pt>
    <dgm:pt modelId="{73264DA0-57B6-46C2-9701-6F258AEFC3DE}" type="sibTrans" cxnId="{AB2F3FF9-4C16-4638-AB2B-DED47985D3AD}">
      <dgm:prSet/>
      <dgm:spPr/>
      <dgm:t>
        <a:bodyPr/>
        <a:lstStyle/>
        <a:p>
          <a:endParaRPr lang="en-IN"/>
        </a:p>
      </dgm:t>
    </dgm:pt>
    <dgm:pt modelId="{CB9D7239-56EB-464B-ADEB-0EFF1F273A61}">
      <dgm:prSet/>
      <dgm:spPr/>
      <dgm:t>
        <a:bodyPr/>
        <a:lstStyle/>
        <a:p>
          <a:r>
            <a:rPr lang="en-IN" dirty="0"/>
            <a:t>Encoding + Scaling</a:t>
          </a:r>
        </a:p>
      </dgm:t>
    </dgm:pt>
    <dgm:pt modelId="{ED70370E-782B-466A-BC79-44AEA4DC95EA}" type="parTrans" cxnId="{3E7A2548-3960-453C-845F-D4EECC75C0DC}">
      <dgm:prSet/>
      <dgm:spPr/>
      <dgm:t>
        <a:bodyPr/>
        <a:lstStyle/>
        <a:p>
          <a:endParaRPr lang="en-IN"/>
        </a:p>
      </dgm:t>
    </dgm:pt>
    <dgm:pt modelId="{67FD5B0E-E701-4F88-AFF7-C24979375455}" type="sibTrans" cxnId="{3E7A2548-3960-453C-845F-D4EECC75C0DC}">
      <dgm:prSet/>
      <dgm:spPr/>
      <dgm:t>
        <a:bodyPr/>
        <a:lstStyle/>
        <a:p>
          <a:endParaRPr lang="en-IN"/>
        </a:p>
      </dgm:t>
    </dgm:pt>
    <dgm:pt modelId="{C00F3147-FEE0-4F5C-A768-71ABD98812FE}">
      <dgm:prSet/>
      <dgm:spPr/>
      <dgm:t>
        <a:bodyPr/>
        <a:lstStyle/>
        <a:p>
          <a:r>
            <a:rPr lang="en-IN"/>
            <a:t>Train/Test Split</a:t>
          </a:r>
        </a:p>
      </dgm:t>
    </dgm:pt>
    <dgm:pt modelId="{891C4172-9A71-4F21-8BBC-A09326914E5B}" type="parTrans" cxnId="{05A3571C-A84A-41BF-BAF0-16187B156B67}">
      <dgm:prSet/>
      <dgm:spPr/>
      <dgm:t>
        <a:bodyPr/>
        <a:lstStyle/>
        <a:p>
          <a:endParaRPr lang="en-IN"/>
        </a:p>
      </dgm:t>
    </dgm:pt>
    <dgm:pt modelId="{0CF41F9F-CA35-4727-8EA1-7A35967F5EBE}" type="sibTrans" cxnId="{05A3571C-A84A-41BF-BAF0-16187B156B67}">
      <dgm:prSet/>
      <dgm:spPr/>
      <dgm:t>
        <a:bodyPr/>
        <a:lstStyle/>
        <a:p>
          <a:endParaRPr lang="en-IN"/>
        </a:p>
      </dgm:t>
    </dgm:pt>
    <dgm:pt modelId="{555F0FD1-076F-456C-BD15-6A588044BD29}">
      <dgm:prSet/>
      <dgm:spPr/>
      <dgm:t>
        <a:bodyPr/>
        <a:lstStyle/>
        <a:p>
          <a:r>
            <a:rPr lang="en-IN"/>
            <a:t>Regression Models</a:t>
          </a:r>
        </a:p>
      </dgm:t>
    </dgm:pt>
    <dgm:pt modelId="{11635F52-EDD1-4A97-AA09-FB38DEEBD614}" type="parTrans" cxnId="{D313F5B4-A027-4C04-A5FC-5D64BCE81573}">
      <dgm:prSet/>
      <dgm:spPr/>
      <dgm:t>
        <a:bodyPr/>
        <a:lstStyle/>
        <a:p>
          <a:endParaRPr lang="en-IN"/>
        </a:p>
      </dgm:t>
    </dgm:pt>
    <dgm:pt modelId="{16906218-8BFD-42DE-8045-13524ADEB859}" type="sibTrans" cxnId="{D313F5B4-A027-4C04-A5FC-5D64BCE81573}">
      <dgm:prSet/>
      <dgm:spPr/>
      <dgm:t>
        <a:bodyPr/>
        <a:lstStyle/>
        <a:p>
          <a:endParaRPr lang="en-IN"/>
        </a:p>
      </dgm:t>
    </dgm:pt>
    <dgm:pt modelId="{ABB1797A-1849-4BC7-91AC-AE91A7C9E7B6}">
      <dgm:prSet/>
      <dgm:spPr/>
      <dgm:t>
        <a:bodyPr/>
        <a:lstStyle/>
        <a:p>
          <a:r>
            <a:rPr lang="en-IN" dirty="0"/>
            <a:t>Model Evaluation</a:t>
          </a:r>
        </a:p>
      </dgm:t>
    </dgm:pt>
    <dgm:pt modelId="{D48BBF98-FE85-4013-82FF-D0DFDDD9D437}" type="parTrans" cxnId="{5718DF4B-E77C-4AB4-825B-53D63608892F}">
      <dgm:prSet/>
      <dgm:spPr/>
      <dgm:t>
        <a:bodyPr/>
        <a:lstStyle/>
        <a:p>
          <a:endParaRPr lang="en-IN"/>
        </a:p>
      </dgm:t>
    </dgm:pt>
    <dgm:pt modelId="{A1B4317B-2B36-4037-9582-D383BCD9681F}" type="sibTrans" cxnId="{5718DF4B-E77C-4AB4-825B-53D63608892F}">
      <dgm:prSet/>
      <dgm:spPr/>
      <dgm:t>
        <a:bodyPr/>
        <a:lstStyle/>
        <a:p>
          <a:endParaRPr lang="en-IN"/>
        </a:p>
      </dgm:t>
    </dgm:pt>
    <dgm:pt modelId="{D8922ED8-D96B-4380-848C-0150745116AD}">
      <dgm:prSet/>
      <dgm:spPr/>
      <dgm:t>
        <a:bodyPr/>
        <a:lstStyle/>
        <a:p>
          <a:r>
            <a:rPr lang="en-IN"/>
            <a:t>Best Model Selection</a:t>
          </a:r>
        </a:p>
      </dgm:t>
    </dgm:pt>
    <dgm:pt modelId="{19B6ED84-E34B-4CE1-A661-51CCCEF23CA4}" type="parTrans" cxnId="{122C61F4-F234-4A3C-8DB9-50FC697DDCC7}">
      <dgm:prSet/>
      <dgm:spPr/>
      <dgm:t>
        <a:bodyPr/>
        <a:lstStyle/>
        <a:p>
          <a:endParaRPr lang="en-IN"/>
        </a:p>
      </dgm:t>
    </dgm:pt>
    <dgm:pt modelId="{7B446694-BBA2-4B44-9438-032244A1C117}" type="sibTrans" cxnId="{122C61F4-F234-4A3C-8DB9-50FC697DDCC7}">
      <dgm:prSet/>
      <dgm:spPr/>
      <dgm:t>
        <a:bodyPr/>
        <a:lstStyle/>
        <a:p>
          <a:endParaRPr lang="en-IN"/>
        </a:p>
      </dgm:t>
    </dgm:pt>
    <dgm:pt modelId="{34626CD1-406C-4BA0-A1EE-F0F176678C2A}">
      <dgm:prSet/>
      <dgm:spPr/>
      <dgm:t>
        <a:bodyPr/>
        <a:lstStyle/>
        <a:p>
          <a:r>
            <a:rPr lang="en-IN"/>
            <a:t>Save Model</a:t>
          </a:r>
        </a:p>
      </dgm:t>
    </dgm:pt>
    <dgm:pt modelId="{6A51B08E-94B3-4007-9D4B-AB5C9BED3999}" type="parTrans" cxnId="{CE5ABFC9-26B6-45E2-8CB9-CE11B5F70D7C}">
      <dgm:prSet/>
      <dgm:spPr/>
      <dgm:t>
        <a:bodyPr/>
        <a:lstStyle/>
        <a:p>
          <a:endParaRPr lang="en-IN"/>
        </a:p>
      </dgm:t>
    </dgm:pt>
    <dgm:pt modelId="{6A9416A6-1ABD-4383-A8C5-3C342B3EEF5C}" type="sibTrans" cxnId="{CE5ABFC9-26B6-45E2-8CB9-CE11B5F70D7C}">
      <dgm:prSet/>
      <dgm:spPr/>
      <dgm:t>
        <a:bodyPr/>
        <a:lstStyle/>
        <a:p>
          <a:endParaRPr lang="en-IN"/>
        </a:p>
      </dgm:t>
    </dgm:pt>
    <dgm:pt modelId="{AC452788-C4E5-4523-AC58-75EE13075EC3}">
      <dgm:prSet/>
      <dgm:spPr/>
      <dgm:t>
        <a:bodyPr/>
        <a:lstStyle/>
        <a:p>
          <a:r>
            <a:rPr lang="en-IN"/>
            <a:t>Streamlit Web App</a:t>
          </a:r>
        </a:p>
      </dgm:t>
    </dgm:pt>
    <dgm:pt modelId="{78049523-1D4C-4A70-AD18-61C67B6102E9}" type="parTrans" cxnId="{6963BA03-A789-4093-8402-F53CF8ED96CD}">
      <dgm:prSet/>
      <dgm:spPr/>
      <dgm:t>
        <a:bodyPr/>
        <a:lstStyle/>
        <a:p>
          <a:endParaRPr lang="en-IN"/>
        </a:p>
      </dgm:t>
    </dgm:pt>
    <dgm:pt modelId="{28CEE6A9-219C-4AA9-8331-086B6847AAC5}" type="sibTrans" cxnId="{6963BA03-A789-4093-8402-F53CF8ED96CD}">
      <dgm:prSet/>
      <dgm:spPr/>
      <dgm:t>
        <a:bodyPr/>
        <a:lstStyle/>
        <a:p>
          <a:endParaRPr lang="en-IN"/>
        </a:p>
      </dgm:t>
    </dgm:pt>
    <dgm:pt modelId="{450CAC7C-AAB2-4EA9-BC07-F09E0D38BF32}" type="pres">
      <dgm:prSet presAssocID="{D42E68D8-C7AA-4730-BBDD-4143E5311E1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88B7232-E6BE-43EF-9816-E981F425520D}" type="pres">
      <dgm:prSet presAssocID="{AC452788-C4E5-4523-AC58-75EE13075EC3}" presName="Accent10" presStyleCnt="0"/>
      <dgm:spPr/>
    </dgm:pt>
    <dgm:pt modelId="{18F155EC-8332-47F9-AF15-99E347ED0F78}" type="pres">
      <dgm:prSet presAssocID="{AC452788-C4E5-4523-AC58-75EE13075EC3}" presName="Accent" presStyleLbl="node1" presStyleIdx="0" presStyleCnt="10"/>
      <dgm:spPr/>
    </dgm:pt>
    <dgm:pt modelId="{CE043023-30F4-46F9-846B-26AC424FDED6}" type="pres">
      <dgm:prSet presAssocID="{AC452788-C4E5-4523-AC58-75EE13075EC3}" presName="ParentBackground10" presStyleCnt="0"/>
      <dgm:spPr/>
    </dgm:pt>
    <dgm:pt modelId="{28D2A9E5-FABE-46F4-9048-A2E870812700}" type="pres">
      <dgm:prSet presAssocID="{AC452788-C4E5-4523-AC58-75EE13075EC3}" presName="ParentBackground" presStyleLbl="fgAcc1" presStyleIdx="0" presStyleCnt="10"/>
      <dgm:spPr/>
    </dgm:pt>
    <dgm:pt modelId="{52F6F1C6-52C0-4CCD-8C9E-6F9A95EB151B}" type="pres">
      <dgm:prSet presAssocID="{AC452788-C4E5-4523-AC58-75EE13075EC3}" presName="Parent10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A71F911-E468-4A5A-834C-07685D440D8D}" type="pres">
      <dgm:prSet presAssocID="{34626CD1-406C-4BA0-A1EE-F0F176678C2A}" presName="Accent9" presStyleCnt="0"/>
      <dgm:spPr/>
    </dgm:pt>
    <dgm:pt modelId="{137957B4-A467-45C8-AF0B-51003620ADD3}" type="pres">
      <dgm:prSet presAssocID="{34626CD1-406C-4BA0-A1EE-F0F176678C2A}" presName="Accent" presStyleLbl="node1" presStyleIdx="1" presStyleCnt="10"/>
      <dgm:spPr/>
    </dgm:pt>
    <dgm:pt modelId="{83C529F4-14AF-496D-AA1F-80552340141A}" type="pres">
      <dgm:prSet presAssocID="{34626CD1-406C-4BA0-A1EE-F0F176678C2A}" presName="ParentBackground9" presStyleCnt="0"/>
      <dgm:spPr/>
    </dgm:pt>
    <dgm:pt modelId="{B56C6924-667F-4DEE-BC32-18EDD6F69566}" type="pres">
      <dgm:prSet presAssocID="{34626CD1-406C-4BA0-A1EE-F0F176678C2A}" presName="ParentBackground" presStyleLbl="fgAcc1" presStyleIdx="1" presStyleCnt="10"/>
      <dgm:spPr/>
    </dgm:pt>
    <dgm:pt modelId="{64DA4312-DA37-41B9-80EB-67D89C9F08DB}" type="pres">
      <dgm:prSet presAssocID="{34626CD1-406C-4BA0-A1EE-F0F176678C2A}" presName="Parent9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0CB0563-A427-4BE8-A98C-D6423CE52D24}" type="pres">
      <dgm:prSet presAssocID="{D8922ED8-D96B-4380-848C-0150745116AD}" presName="Accent8" presStyleCnt="0"/>
      <dgm:spPr/>
    </dgm:pt>
    <dgm:pt modelId="{B025768E-AC4F-4F64-AC34-690B3FCDA1A9}" type="pres">
      <dgm:prSet presAssocID="{D8922ED8-D96B-4380-848C-0150745116AD}" presName="Accent" presStyleLbl="node1" presStyleIdx="2" presStyleCnt="10"/>
      <dgm:spPr/>
    </dgm:pt>
    <dgm:pt modelId="{5B421312-E5B4-40B9-8EAE-4760075F6D64}" type="pres">
      <dgm:prSet presAssocID="{D8922ED8-D96B-4380-848C-0150745116AD}" presName="ParentBackground8" presStyleCnt="0"/>
      <dgm:spPr/>
    </dgm:pt>
    <dgm:pt modelId="{D548CE52-D45C-4EED-A05F-C448D7F28882}" type="pres">
      <dgm:prSet presAssocID="{D8922ED8-D96B-4380-848C-0150745116AD}" presName="ParentBackground" presStyleLbl="fgAcc1" presStyleIdx="2" presStyleCnt="10"/>
      <dgm:spPr/>
    </dgm:pt>
    <dgm:pt modelId="{F6002E96-3197-4900-B742-B9D236368A9E}" type="pres">
      <dgm:prSet presAssocID="{D8922ED8-D96B-4380-848C-0150745116AD}" presName="Parent8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51B4E32-CDDD-4A90-AB03-7450617B6DB1}" type="pres">
      <dgm:prSet presAssocID="{ABB1797A-1849-4BC7-91AC-AE91A7C9E7B6}" presName="Accent7" presStyleCnt="0"/>
      <dgm:spPr/>
    </dgm:pt>
    <dgm:pt modelId="{2B39803F-6DEC-402B-91CE-4899E705D39E}" type="pres">
      <dgm:prSet presAssocID="{ABB1797A-1849-4BC7-91AC-AE91A7C9E7B6}" presName="Accent" presStyleLbl="node1" presStyleIdx="3" presStyleCnt="10"/>
      <dgm:spPr/>
    </dgm:pt>
    <dgm:pt modelId="{7FF93555-6CB7-4D22-A834-AA15F8F05375}" type="pres">
      <dgm:prSet presAssocID="{ABB1797A-1849-4BC7-91AC-AE91A7C9E7B6}" presName="ParentBackground7" presStyleCnt="0"/>
      <dgm:spPr/>
    </dgm:pt>
    <dgm:pt modelId="{C9992DBC-DF6F-4C21-8720-34E92C1564A4}" type="pres">
      <dgm:prSet presAssocID="{ABB1797A-1849-4BC7-91AC-AE91A7C9E7B6}" presName="ParentBackground" presStyleLbl="fgAcc1" presStyleIdx="3" presStyleCnt="10"/>
      <dgm:spPr/>
    </dgm:pt>
    <dgm:pt modelId="{F116CD77-F6F5-46DF-A5EC-E21AE8B82FD2}" type="pres">
      <dgm:prSet presAssocID="{ABB1797A-1849-4BC7-91AC-AE91A7C9E7B6}" presName="Parent7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7E0CC43-51DF-4B0A-AF89-829F96918D58}" type="pres">
      <dgm:prSet presAssocID="{555F0FD1-076F-456C-BD15-6A588044BD29}" presName="Accent6" presStyleCnt="0"/>
      <dgm:spPr/>
    </dgm:pt>
    <dgm:pt modelId="{9CDEA40A-AAF9-45BF-AC9A-A6BBB3870974}" type="pres">
      <dgm:prSet presAssocID="{555F0FD1-076F-456C-BD15-6A588044BD29}" presName="Accent" presStyleLbl="node1" presStyleIdx="4" presStyleCnt="10"/>
      <dgm:spPr/>
    </dgm:pt>
    <dgm:pt modelId="{28D7A385-4305-4FB0-8FE9-9A79174EDFDB}" type="pres">
      <dgm:prSet presAssocID="{555F0FD1-076F-456C-BD15-6A588044BD29}" presName="ParentBackground6" presStyleCnt="0"/>
      <dgm:spPr/>
    </dgm:pt>
    <dgm:pt modelId="{CF441226-DC31-4FB9-8E57-BA91B4F1C138}" type="pres">
      <dgm:prSet presAssocID="{555F0FD1-076F-456C-BD15-6A588044BD29}" presName="ParentBackground" presStyleLbl="fgAcc1" presStyleIdx="4" presStyleCnt="10"/>
      <dgm:spPr/>
    </dgm:pt>
    <dgm:pt modelId="{9BA0D773-4F3C-43A0-B28D-2C78C8AEE450}" type="pres">
      <dgm:prSet presAssocID="{555F0FD1-076F-456C-BD15-6A588044BD29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1661DE7-0037-45A9-867C-6F1A25D0E460}" type="pres">
      <dgm:prSet presAssocID="{C00F3147-FEE0-4F5C-A768-71ABD98812FE}" presName="Accent5" presStyleCnt="0"/>
      <dgm:spPr/>
    </dgm:pt>
    <dgm:pt modelId="{28E957FB-BEB4-437B-AB60-D0BF5C69CDC4}" type="pres">
      <dgm:prSet presAssocID="{C00F3147-FEE0-4F5C-A768-71ABD98812FE}" presName="Accent" presStyleLbl="node1" presStyleIdx="5" presStyleCnt="10"/>
      <dgm:spPr/>
    </dgm:pt>
    <dgm:pt modelId="{6A285FBA-ED0B-4311-B763-AD42088CA79E}" type="pres">
      <dgm:prSet presAssocID="{C00F3147-FEE0-4F5C-A768-71ABD98812FE}" presName="ParentBackground5" presStyleCnt="0"/>
      <dgm:spPr/>
    </dgm:pt>
    <dgm:pt modelId="{6B4112F3-DFA6-4B1E-9CB5-7806C0ED94BC}" type="pres">
      <dgm:prSet presAssocID="{C00F3147-FEE0-4F5C-A768-71ABD98812FE}" presName="ParentBackground" presStyleLbl="fgAcc1" presStyleIdx="5" presStyleCnt="10"/>
      <dgm:spPr/>
    </dgm:pt>
    <dgm:pt modelId="{C1570046-EE08-48E7-A62B-2726C0F29616}" type="pres">
      <dgm:prSet presAssocID="{C00F3147-FEE0-4F5C-A768-71ABD98812F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16EC34B-D657-44F7-AE22-93DDA0E34046}" type="pres">
      <dgm:prSet presAssocID="{CB9D7239-56EB-464B-ADEB-0EFF1F273A61}" presName="Accent4" presStyleCnt="0"/>
      <dgm:spPr/>
    </dgm:pt>
    <dgm:pt modelId="{1C3BEF43-D6F2-4373-AFDA-B3C49D4389D1}" type="pres">
      <dgm:prSet presAssocID="{CB9D7239-56EB-464B-ADEB-0EFF1F273A61}" presName="Accent" presStyleLbl="node1" presStyleIdx="6" presStyleCnt="10"/>
      <dgm:spPr/>
    </dgm:pt>
    <dgm:pt modelId="{367463CA-2682-4679-B725-8C257052032F}" type="pres">
      <dgm:prSet presAssocID="{CB9D7239-56EB-464B-ADEB-0EFF1F273A61}" presName="ParentBackground4" presStyleCnt="0"/>
      <dgm:spPr/>
    </dgm:pt>
    <dgm:pt modelId="{95E73782-FBCF-436F-82E6-A71D9C005A9F}" type="pres">
      <dgm:prSet presAssocID="{CB9D7239-56EB-464B-ADEB-0EFF1F273A61}" presName="ParentBackground" presStyleLbl="fgAcc1" presStyleIdx="6" presStyleCnt="10"/>
      <dgm:spPr/>
    </dgm:pt>
    <dgm:pt modelId="{E6E7AC6D-49B9-4779-999D-373EF99C2BBF}" type="pres">
      <dgm:prSet presAssocID="{CB9D7239-56EB-464B-ADEB-0EFF1F273A61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E16F53C-BD33-424A-9C45-CC282A3CF56B}" type="pres">
      <dgm:prSet presAssocID="{5469F98A-20C9-42D2-AC01-643B4413AEFB}" presName="Accent3" presStyleCnt="0"/>
      <dgm:spPr/>
    </dgm:pt>
    <dgm:pt modelId="{96782745-841B-4E5A-8242-EB5FAE4C5A78}" type="pres">
      <dgm:prSet presAssocID="{5469F98A-20C9-42D2-AC01-643B4413AEFB}" presName="Accent" presStyleLbl="node1" presStyleIdx="7" presStyleCnt="10"/>
      <dgm:spPr/>
    </dgm:pt>
    <dgm:pt modelId="{528E3F93-42A4-476C-AA13-C22DA375DCDA}" type="pres">
      <dgm:prSet presAssocID="{5469F98A-20C9-42D2-AC01-643B4413AEFB}" presName="ParentBackground3" presStyleCnt="0"/>
      <dgm:spPr/>
    </dgm:pt>
    <dgm:pt modelId="{CFA5BB0B-3D8F-4D68-A943-11A4B70AF219}" type="pres">
      <dgm:prSet presAssocID="{5469F98A-20C9-42D2-AC01-643B4413AEFB}" presName="ParentBackground" presStyleLbl="fgAcc1" presStyleIdx="7" presStyleCnt="10"/>
      <dgm:spPr/>
    </dgm:pt>
    <dgm:pt modelId="{F38582DD-2678-4A77-9B98-3E124F18B982}" type="pres">
      <dgm:prSet presAssocID="{5469F98A-20C9-42D2-AC01-643B4413AEF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A8441F5-21BD-4897-AD59-27AEC6B60B74}" type="pres">
      <dgm:prSet presAssocID="{C21529FB-7864-4747-A21F-46B0F2928EBA}" presName="Accent2" presStyleCnt="0"/>
      <dgm:spPr/>
    </dgm:pt>
    <dgm:pt modelId="{C5514F1C-4F94-44FD-960A-B0DF4C0D57D1}" type="pres">
      <dgm:prSet presAssocID="{C21529FB-7864-4747-A21F-46B0F2928EBA}" presName="Accent" presStyleLbl="node1" presStyleIdx="8" presStyleCnt="10"/>
      <dgm:spPr/>
    </dgm:pt>
    <dgm:pt modelId="{DAEBCB70-96E2-4ACE-8AC9-AB923DD6CF15}" type="pres">
      <dgm:prSet presAssocID="{C21529FB-7864-4747-A21F-46B0F2928EBA}" presName="ParentBackground2" presStyleCnt="0"/>
      <dgm:spPr/>
    </dgm:pt>
    <dgm:pt modelId="{7D7BC62A-681C-4FD6-A314-BB1692C97E6F}" type="pres">
      <dgm:prSet presAssocID="{C21529FB-7864-4747-A21F-46B0F2928EBA}" presName="ParentBackground" presStyleLbl="fgAcc1" presStyleIdx="8" presStyleCnt="10"/>
      <dgm:spPr/>
    </dgm:pt>
    <dgm:pt modelId="{A8EB9E17-F123-490A-9924-E7B891A87049}" type="pres">
      <dgm:prSet presAssocID="{C21529FB-7864-4747-A21F-46B0F2928EBA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FBAF9F3-E1D8-4AA6-A62F-1E7821914C74}" type="pres">
      <dgm:prSet presAssocID="{9E9D580E-C263-4665-94A2-863367214A53}" presName="Accent1" presStyleCnt="0"/>
      <dgm:spPr/>
    </dgm:pt>
    <dgm:pt modelId="{F72B9A8B-4C79-4E6C-90B0-2B3B2F7E0043}" type="pres">
      <dgm:prSet presAssocID="{9E9D580E-C263-4665-94A2-863367214A53}" presName="Accent" presStyleLbl="node1" presStyleIdx="9" presStyleCnt="10"/>
      <dgm:spPr/>
    </dgm:pt>
    <dgm:pt modelId="{01E6CEB4-7E09-4DAA-80BB-D3DF13BDEBBC}" type="pres">
      <dgm:prSet presAssocID="{9E9D580E-C263-4665-94A2-863367214A53}" presName="ParentBackground1" presStyleCnt="0"/>
      <dgm:spPr/>
    </dgm:pt>
    <dgm:pt modelId="{30BD2A87-2F93-4952-A3D0-911BAC25715D}" type="pres">
      <dgm:prSet presAssocID="{9E9D580E-C263-4665-94A2-863367214A53}" presName="ParentBackground" presStyleLbl="fgAcc1" presStyleIdx="9" presStyleCnt="10"/>
      <dgm:spPr/>
    </dgm:pt>
    <dgm:pt modelId="{5F769FCC-B367-4253-B92C-F99C70FA475D}" type="pres">
      <dgm:prSet presAssocID="{9E9D580E-C263-4665-94A2-863367214A53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ED7DEA02-2444-484E-8869-1CED80069F02}" type="presOf" srcId="{C21529FB-7864-4747-A21F-46B0F2928EBA}" destId="{A8EB9E17-F123-490A-9924-E7B891A87049}" srcOrd="1" destOrd="0" presId="urn:microsoft.com/office/officeart/2011/layout/CircleProcess"/>
    <dgm:cxn modelId="{6963BA03-A789-4093-8402-F53CF8ED96CD}" srcId="{D42E68D8-C7AA-4730-BBDD-4143E5311E1D}" destId="{AC452788-C4E5-4523-AC58-75EE13075EC3}" srcOrd="9" destOrd="0" parTransId="{78049523-1D4C-4A70-AD18-61C67B6102E9}" sibTransId="{28CEE6A9-219C-4AA9-8331-086B6847AAC5}"/>
    <dgm:cxn modelId="{9EACD103-0BC9-4CF0-8B1A-F458BE62BBB9}" type="presOf" srcId="{ABB1797A-1849-4BC7-91AC-AE91A7C9E7B6}" destId="{C9992DBC-DF6F-4C21-8720-34E92C1564A4}" srcOrd="0" destOrd="0" presId="urn:microsoft.com/office/officeart/2011/layout/CircleProcess"/>
    <dgm:cxn modelId="{B6ABB206-C20D-4E1A-B17A-384A32FE9C2F}" type="presOf" srcId="{34626CD1-406C-4BA0-A1EE-F0F176678C2A}" destId="{B56C6924-667F-4DEE-BC32-18EDD6F69566}" srcOrd="0" destOrd="0" presId="urn:microsoft.com/office/officeart/2011/layout/CircleProcess"/>
    <dgm:cxn modelId="{A8F6C117-2601-42D6-8C1C-50490BEC12AA}" type="presOf" srcId="{D8922ED8-D96B-4380-848C-0150745116AD}" destId="{F6002E96-3197-4900-B742-B9D236368A9E}" srcOrd="1" destOrd="0" presId="urn:microsoft.com/office/officeart/2011/layout/CircleProcess"/>
    <dgm:cxn modelId="{05A3571C-A84A-41BF-BAF0-16187B156B67}" srcId="{D42E68D8-C7AA-4730-BBDD-4143E5311E1D}" destId="{C00F3147-FEE0-4F5C-A768-71ABD98812FE}" srcOrd="4" destOrd="0" parTransId="{891C4172-9A71-4F21-8BBC-A09326914E5B}" sibTransId="{0CF41F9F-CA35-4727-8EA1-7A35967F5EBE}"/>
    <dgm:cxn modelId="{AE634025-A4BC-4799-916D-F26AAC02202A}" type="presOf" srcId="{555F0FD1-076F-456C-BD15-6A588044BD29}" destId="{CF441226-DC31-4FB9-8E57-BA91B4F1C138}" srcOrd="0" destOrd="0" presId="urn:microsoft.com/office/officeart/2011/layout/CircleProcess"/>
    <dgm:cxn modelId="{58922B28-BE72-41B4-8A8C-2BC5DB672FB5}" type="presOf" srcId="{D42E68D8-C7AA-4730-BBDD-4143E5311E1D}" destId="{450CAC7C-AAB2-4EA9-BC07-F09E0D38BF32}" srcOrd="0" destOrd="0" presId="urn:microsoft.com/office/officeart/2011/layout/CircleProcess"/>
    <dgm:cxn modelId="{9FF7443A-7EA5-4913-8DD5-EB62D6DFBBB9}" srcId="{D42E68D8-C7AA-4730-BBDD-4143E5311E1D}" destId="{9E9D580E-C263-4665-94A2-863367214A53}" srcOrd="0" destOrd="0" parTransId="{ECE2D4DA-FBF5-4563-BA96-8619F68EECA6}" sibTransId="{E421B22D-B226-4DA8-8BF1-54D97E864281}"/>
    <dgm:cxn modelId="{224EBB40-625C-4ABC-A61C-94D0CC8A0170}" type="presOf" srcId="{9E9D580E-C263-4665-94A2-863367214A53}" destId="{30BD2A87-2F93-4952-A3D0-911BAC25715D}" srcOrd="0" destOrd="0" presId="urn:microsoft.com/office/officeart/2011/layout/CircleProcess"/>
    <dgm:cxn modelId="{BD3D9462-43D7-404A-B21A-725D595C90C2}" type="presOf" srcId="{CB9D7239-56EB-464B-ADEB-0EFF1F273A61}" destId="{E6E7AC6D-49B9-4779-999D-373EF99C2BBF}" srcOrd="1" destOrd="0" presId="urn:microsoft.com/office/officeart/2011/layout/CircleProcess"/>
    <dgm:cxn modelId="{57905F64-3065-4063-BD59-C9ED4652B5E5}" type="presOf" srcId="{34626CD1-406C-4BA0-A1EE-F0F176678C2A}" destId="{64DA4312-DA37-41B9-80EB-67D89C9F08DB}" srcOrd="1" destOrd="0" presId="urn:microsoft.com/office/officeart/2011/layout/CircleProcess"/>
    <dgm:cxn modelId="{3E7A2548-3960-453C-845F-D4EECC75C0DC}" srcId="{D42E68D8-C7AA-4730-BBDD-4143E5311E1D}" destId="{CB9D7239-56EB-464B-ADEB-0EFF1F273A61}" srcOrd="3" destOrd="0" parTransId="{ED70370E-782B-466A-BC79-44AEA4DC95EA}" sibTransId="{67FD5B0E-E701-4F88-AFF7-C24979375455}"/>
    <dgm:cxn modelId="{5718DF4B-E77C-4AB4-825B-53D63608892F}" srcId="{D42E68D8-C7AA-4730-BBDD-4143E5311E1D}" destId="{ABB1797A-1849-4BC7-91AC-AE91A7C9E7B6}" srcOrd="6" destOrd="0" parTransId="{D48BBF98-FE85-4013-82FF-D0DFDDD9D437}" sibTransId="{A1B4317B-2B36-4037-9582-D383BCD9681F}"/>
    <dgm:cxn modelId="{F401404F-4DDA-43CF-B992-7CF849D40DD4}" type="presOf" srcId="{D8922ED8-D96B-4380-848C-0150745116AD}" destId="{D548CE52-D45C-4EED-A05F-C448D7F28882}" srcOrd="0" destOrd="0" presId="urn:microsoft.com/office/officeart/2011/layout/CircleProcess"/>
    <dgm:cxn modelId="{B373C358-4171-4452-86E3-6C3B95861147}" type="presOf" srcId="{C00F3147-FEE0-4F5C-A768-71ABD98812FE}" destId="{6B4112F3-DFA6-4B1E-9CB5-7806C0ED94BC}" srcOrd="0" destOrd="0" presId="urn:microsoft.com/office/officeart/2011/layout/CircleProcess"/>
    <dgm:cxn modelId="{39DD1388-4E12-490B-948C-6970AA3F0672}" type="presOf" srcId="{AC452788-C4E5-4523-AC58-75EE13075EC3}" destId="{52F6F1C6-52C0-4CCD-8C9E-6F9A95EB151B}" srcOrd="1" destOrd="0" presId="urn:microsoft.com/office/officeart/2011/layout/CircleProcess"/>
    <dgm:cxn modelId="{3FF3B693-D965-4404-B387-2DDAAD75E524}" type="presOf" srcId="{AC452788-C4E5-4523-AC58-75EE13075EC3}" destId="{28D2A9E5-FABE-46F4-9048-A2E870812700}" srcOrd="0" destOrd="0" presId="urn:microsoft.com/office/officeart/2011/layout/CircleProcess"/>
    <dgm:cxn modelId="{FB2EAFAA-594F-4718-BABE-53611B439051}" type="presOf" srcId="{5469F98A-20C9-42D2-AC01-643B4413AEFB}" destId="{CFA5BB0B-3D8F-4D68-A943-11A4B70AF219}" srcOrd="0" destOrd="0" presId="urn:microsoft.com/office/officeart/2011/layout/CircleProcess"/>
    <dgm:cxn modelId="{D313F5B4-A027-4C04-A5FC-5D64BCE81573}" srcId="{D42E68D8-C7AA-4730-BBDD-4143E5311E1D}" destId="{555F0FD1-076F-456C-BD15-6A588044BD29}" srcOrd="5" destOrd="0" parTransId="{11635F52-EDD1-4A97-AA09-FB38DEEBD614}" sibTransId="{16906218-8BFD-42DE-8045-13524ADEB859}"/>
    <dgm:cxn modelId="{3F749BC8-56E2-4BEE-986B-55C7F71F13A8}" type="presOf" srcId="{CB9D7239-56EB-464B-ADEB-0EFF1F273A61}" destId="{95E73782-FBCF-436F-82E6-A71D9C005A9F}" srcOrd="0" destOrd="0" presId="urn:microsoft.com/office/officeart/2011/layout/CircleProcess"/>
    <dgm:cxn modelId="{CE5ABFC9-26B6-45E2-8CB9-CE11B5F70D7C}" srcId="{D42E68D8-C7AA-4730-BBDD-4143E5311E1D}" destId="{34626CD1-406C-4BA0-A1EE-F0F176678C2A}" srcOrd="8" destOrd="0" parTransId="{6A51B08E-94B3-4007-9D4B-AB5C9BED3999}" sibTransId="{6A9416A6-1ABD-4383-A8C5-3C342B3EEF5C}"/>
    <dgm:cxn modelId="{0122B3CD-2DE0-4E37-A354-6877D3D801E7}" type="presOf" srcId="{555F0FD1-076F-456C-BD15-6A588044BD29}" destId="{9BA0D773-4F3C-43A0-B28D-2C78C8AEE450}" srcOrd="1" destOrd="0" presId="urn:microsoft.com/office/officeart/2011/layout/CircleProcess"/>
    <dgm:cxn modelId="{220766D4-24D3-4840-BBA0-BA21EA54D986}" type="presOf" srcId="{ABB1797A-1849-4BC7-91AC-AE91A7C9E7B6}" destId="{F116CD77-F6F5-46DF-A5EC-E21AE8B82FD2}" srcOrd="1" destOrd="0" presId="urn:microsoft.com/office/officeart/2011/layout/CircleProcess"/>
    <dgm:cxn modelId="{91DFAADA-CD13-4599-86CC-85FA71E74F5C}" type="presOf" srcId="{C21529FB-7864-4747-A21F-46B0F2928EBA}" destId="{7D7BC62A-681C-4FD6-A314-BB1692C97E6F}" srcOrd="0" destOrd="0" presId="urn:microsoft.com/office/officeart/2011/layout/CircleProcess"/>
    <dgm:cxn modelId="{15A64ADB-4012-4409-AD92-0DF2A6E746F2}" type="presOf" srcId="{9E9D580E-C263-4665-94A2-863367214A53}" destId="{5F769FCC-B367-4253-B92C-F99C70FA475D}" srcOrd="1" destOrd="0" presId="urn:microsoft.com/office/officeart/2011/layout/CircleProcess"/>
    <dgm:cxn modelId="{517333DE-BA7C-44CE-92DC-ABED714F9DD5}" type="presOf" srcId="{5469F98A-20C9-42D2-AC01-643B4413AEFB}" destId="{F38582DD-2678-4A77-9B98-3E124F18B982}" srcOrd="1" destOrd="0" presId="urn:microsoft.com/office/officeart/2011/layout/CircleProcess"/>
    <dgm:cxn modelId="{29C111EB-C8ED-4B2C-A67A-ECB480BEB7DF}" srcId="{D42E68D8-C7AA-4730-BBDD-4143E5311E1D}" destId="{C21529FB-7864-4747-A21F-46B0F2928EBA}" srcOrd="1" destOrd="0" parTransId="{455A40D5-6D55-4245-BE93-EB6E1553A8A9}" sibTransId="{FD59385D-C77D-43AE-9477-8F87F8D9A7D6}"/>
    <dgm:cxn modelId="{547465F0-65C1-42A0-8324-D2A35E5C1644}" type="presOf" srcId="{C00F3147-FEE0-4F5C-A768-71ABD98812FE}" destId="{C1570046-EE08-48E7-A62B-2726C0F29616}" srcOrd="1" destOrd="0" presId="urn:microsoft.com/office/officeart/2011/layout/CircleProcess"/>
    <dgm:cxn modelId="{122C61F4-F234-4A3C-8DB9-50FC697DDCC7}" srcId="{D42E68D8-C7AA-4730-BBDD-4143E5311E1D}" destId="{D8922ED8-D96B-4380-848C-0150745116AD}" srcOrd="7" destOrd="0" parTransId="{19B6ED84-E34B-4CE1-A661-51CCCEF23CA4}" sibTransId="{7B446694-BBA2-4B44-9438-032244A1C117}"/>
    <dgm:cxn modelId="{AB2F3FF9-4C16-4638-AB2B-DED47985D3AD}" srcId="{D42E68D8-C7AA-4730-BBDD-4143E5311E1D}" destId="{5469F98A-20C9-42D2-AC01-643B4413AEFB}" srcOrd="2" destOrd="0" parTransId="{289FC796-A65F-44C1-B890-C40496A189FD}" sibTransId="{73264DA0-57B6-46C2-9701-6F258AEFC3DE}"/>
    <dgm:cxn modelId="{B44FB8B1-A039-4DB5-B9D5-104915336B6A}" type="presParOf" srcId="{450CAC7C-AAB2-4EA9-BC07-F09E0D38BF32}" destId="{888B7232-E6BE-43EF-9816-E981F425520D}" srcOrd="0" destOrd="0" presId="urn:microsoft.com/office/officeart/2011/layout/CircleProcess"/>
    <dgm:cxn modelId="{9E4538A2-F5CA-4EA4-B972-238A583D068A}" type="presParOf" srcId="{888B7232-E6BE-43EF-9816-E981F425520D}" destId="{18F155EC-8332-47F9-AF15-99E347ED0F78}" srcOrd="0" destOrd="0" presId="urn:microsoft.com/office/officeart/2011/layout/CircleProcess"/>
    <dgm:cxn modelId="{8782157E-47C1-46B8-AA8A-29DB1059C5B7}" type="presParOf" srcId="{450CAC7C-AAB2-4EA9-BC07-F09E0D38BF32}" destId="{CE043023-30F4-46F9-846B-26AC424FDED6}" srcOrd="1" destOrd="0" presId="urn:microsoft.com/office/officeart/2011/layout/CircleProcess"/>
    <dgm:cxn modelId="{2C410D16-3813-4F44-AE41-CF9E3B4F322A}" type="presParOf" srcId="{CE043023-30F4-46F9-846B-26AC424FDED6}" destId="{28D2A9E5-FABE-46F4-9048-A2E870812700}" srcOrd="0" destOrd="0" presId="urn:microsoft.com/office/officeart/2011/layout/CircleProcess"/>
    <dgm:cxn modelId="{BA7F5F6C-F8F0-45C4-9BF6-66A48812D3FC}" type="presParOf" srcId="{450CAC7C-AAB2-4EA9-BC07-F09E0D38BF32}" destId="{52F6F1C6-52C0-4CCD-8C9E-6F9A95EB151B}" srcOrd="2" destOrd="0" presId="urn:microsoft.com/office/officeart/2011/layout/CircleProcess"/>
    <dgm:cxn modelId="{56CF25E4-39B4-4529-B933-6B0987C4736C}" type="presParOf" srcId="{450CAC7C-AAB2-4EA9-BC07-F09E0D38BF32}" destId="{BA71F911-E468-4A5A-834C-07685D440D8D}" srcOrd="3" destOrd="0" presId="urn:microsoft.com/office/officeart/2011/layout/CircleProcess"/>
    <dgm:cxn modelId="{8C593477-DF73-402D-B710-545E56B50665}" type="presParOf" srcId="{BA71F911-E468-4A5A-834C-07685D440D8D}" destId="{137957B4-A467-45C8-AF0B-51003620ADD3}" srcOrd="0" destOrd="0" presId="urn:microsoft.com/office/officeart/2011/layout/CircleProcess"/>
    <dgm:cxn modelId="{35570E1E-A897-4CCB-A4F8-7607354863CE}" type="presParOf" srcId="{450CAC7C-AAB2-4EA9-BC07-F09E0D38BF32}" destId="{83C529F4-14AF-496D-AA1F-80552340141A}" srcOrd="4" destOrd="0" presId="urn:microsoft.com/office/officeart/2011/layout/CircleProcess"/>
    <dgm:cxn modelId="{AE58D72E-C1C2-45C7-BB5E-0971D1A8FD6C}" type="presParOf" srcId="{83C529F4-14AF-496D-AA1F-80552340141A}" destId="{B56C6924-667F-4DEE-BC32-18EDD6F69566}" srcOrd="0" destOrd="0" presId="urn:microsoft.com/office/officeart/2011/layout/CircleProcess"/>
    <dgm:cxn modelId="{5634921D-948A-4E2C-BF67-B6D788E6B75A}" type="presParOf" srcId="{450CAC7C-AAB2-4EA9-BC07-F09E0D38BF32}" destId="{64DA4312-DA37-41B9-80EB-67D89C9F08DB}" srcOrd="5" destOrd="0" presId="urn:microsoft.com/office/officeart/2011/layout/CircleProcess"/>
    <dgm:cxn modelId="{646B0D60-B2DC-447B-8C77-63E0F5C17465}" type="presParOf" srcId="{450CAC7C-AAB2-4EA9-BC07-F09E0D38BF32}" destId="{E0CB0563-A427-4BE8-A98C-D6423CE52D24}" srcOrd="6" destOrd="0" presId="urn:microsoft.com/office/officeart/2011/layout/CircleProcess"/>
    <dgm:cxn modelId="{88F1FB19-C0A9-4DCE-80D2-91E4B63C002C}" type="presParOf" srcId="{E0CB0563-A427-4BE8-A98C-D6423CE52D24}" destId="{B025768E-AC4F-4F64-AC34-690B3FCDA1A9}" srcOrd="0" destOrd="0" presId="urn:microsoft.com/office/officeart/2011/layout/CircleProcess"/>
    <dgm:cxn modelId="{5C8E94A6-3BA8-47FF-8E05-542266C81C66}" type="presParOf" srcId="{450CAC7C-AAB2-4EA9-BC07-F09E0D38BF32}" destId="{5B421312-E5B4-40B9-8EAE-4760075F6D64}" srcOrd="7" destOrd="0" presId="urn:microsoft.com/office/officeart/2011/layout/CircleProcess"/>
    <dgm:cxn modelId="{FA2234FA-9FF4-4082-8E50-ABDC6A9A4D99}" type="presParOf" srcId="{5B421312-E5B4-40B9-8EAE-4760075F6D64}" destId="{D548CE52-D45C-4EED-A05F-C448D7F28882}" srcOrd="0" destOrd="0" presId="urn:microsoft.com/office/officeart/2011/layout/CircleProcess"/>
    <dgm:cxn modelId="{6A597AE7-D39D-4FDF-8D5D-08F41B489E1C}" type="presParOf" srcId="{450CAC7C-AAB2-4EA9-BC07-F09E0D38BF32}" destId="{F6002E96-3197-4900-B742-B9D236368A9E}" srcOrd="8" destOrd="0" presId="urn:microsoft.com/office/officeart/2011/layout/CircleProcess"/>
    <dgm:cxn modelId="{8259ACC3-7E3F-4104-9497-8AB7F661B181}" type="presParOf" srcId="{450CAC7C-AAB2-4EA9-BC07-F09E0D38BF32}" destId="{751B4E32-CDDD-4A90-AB03-7450617B6DB1}" srcOrd="9" destOrd="0" presId="urn:microsoft.com/office/officeart/2011/layout/CircleProcess"/>
    <dgm:cxn modelId="{0B17DC4B-2BB2-47DD-9EDD-C65BAB39C1A4}" type="presParOf" srcId="{751B4E32-CDDD-4A90-AB03-7450617B6DB1}" destId="{2B39803F-6DEC-402B-91CE-4899E705D39E}" srcOrd="0" destOrd="0" presId="urn:microsoft.com/office/officeart/2011/layout/CircleProcess"/>
    <dgm:cxn modelId="{DA20CBC3-D683-4829-A9D9-F0B188A99E07}" type="presParOf" srcId="{450CAC7C-AAB2-4EA9-BC07-F09E0D38BF32}" destId="{7FF93555-6CB7-4D22-A834-AA15F8F05375}" srcOrd="10" destOrd="0" presId="urn:microsoft.com/office/officeart/2011/layout/CircleProcess"/>
    <dgm:cxn modelId="{984F2771-BEC0-484D-AC33-FD969325C40B}" type="presParOf" srcId="{7FF93555-6CB7-4D22-A834-AA15F8F05375}" destId="{C9992DBC-DF6F-4C21-8720-34E92C1564A4}" srcOrd="0" destOrd="0" presId="urn:microsoft.com/office/officeart/2011/layout/CircleProcess"/>
    <dgm:cxn modelId="{D20FDD81-475E-4B50-ABAE-C7D493CD4716}" type="presParOf" srcId="{450CAC7C-AAB2-4EA9-BC07-F09E0D38BF32}" destId="{F116CD77-F6F5-46DF-A5EC-E21AE8B82FD2}" srcOrd="11" destOrd="0" presId="urn:microsoft.com/office/officeart/2011/layout/CircleProcess"/>
    <dgm:cxn modelId="{C56E16F5-82F5-4B92-866A-E2AC791C44D3}" type="presParOf" srcId="{450CAC7C-AAB2-4EA9-BC07-F09E0D38BF32}" destId="{E7E0CC43-51DF-4B0A-AF89-829F96918D58}" srcOrd="12" destOrd="0" presId="urn:microsoft.com/office/officeart/2011/layout/CircleProcess"/>
    <dgm:cxn modelId="{D5BDAFCD-A0E1-4F92-96B0-E497EDD51BAB}" type="presParOf" srcId="{E7E0CC43-51DF-4B0A-AF89-829F96918D58}" destId="{9CDEA40A-AAF9-45BF-AC9A-A6BBB3870974}" srcOrd="0" destOrd="0" presId="urn:microsoft.com/office/officeart/2011/layout/CircleProcess"/>
    <dgm:cxn modelId="{A2089143-B157-4BDD-9BA6-EECB2FC2B5FF}" type="presParOf" srcId="{450CAC7C-AAB2-4EA9-BC07-F09E0D38BF32}" destId="{28D7A385-4305-4FB0-8FE9-9A79174EDFDB}" srcOrd="13" destOrd="0" presId="urn:microsoft.com/office/officeart/2011/layout/CircleProcess"/>
    <dgm:cxn modelId="{0AE57ACC-5702-46AC-8F31-524BD73BF1DA}" type="presParOf" srcId="{28D7A385-4305-4FB0-8FE9-9A79174EDFDB}" destId="{CF441226-DC31-4FB9-8E57-BA91B4F1C138}" srcOrd="0" destOrd="0" presId="urn:microsoft.com/office/officeart/2011/layout/CircleProcess"/>
    <dgm:cxn modelId="{951634B3-C606-4341-8D6C-A8078749C02C}" type="presParOf" srcId="{450CAC7C-AAB2-4EA9-BC07-F09E0D38BF32}" destId="{9BA0D773-4F3C-43A0-B28D-2C78C8AEE450}" srcOrd="14" destOrd="0" presId="urn:microsoft.com/office/officeart/2011/layout/CircleProcess"/>
    <dgm:cxn modelId="{6374DC8A-F233-48D6-8FED-130AA6A55BCA}" type="presParOf" srcId="{450CAC7C-AAB2-4EA9-BC07-F09E0D38BF32}" destId="{01661DE7-0037-45A9-867C-6F1A25D0E460}" srcOrd="15" destOrd="0" presId="urn:microsoft.com/office/officeart/2011/layout/CircleProcess"/>
    <dgm:cxn modelId="{F326122A-37CA-4B8B-A018-1452F0651B3C}" type="presParOf" srcId="{01661DE7-0037-45A9-867C-6F1A25D0E460}" destId="{28E957FB-BEB4-437B-AB60-D0BF5C69CDC4}" srcOrd="0" destOrd="0" presId="urn:microsoft.com/office/officeart/2011/layout/CircleProcess"/>
    <dgm:cxn modelId="{6C06AAE4-973F-4974-9588-18B114A32B15}" type="presParOf" srcId="{450CAC7C-AAB2-4EA9-BC07-F09E0D38BF32}" destId="{6A285FBA-ED0B-4311-B763-AD42088CA79E}" srcOrd="16" destOrd="0" presId="urn:microsoft.com/office/officeart/2011/layout/CircleProcess"/>
    <dgm:cxn modelId="{E6DA2566-121E-4B81-AF08-42025E21C44C}" type="presParOf" srcId="{6A285FBA-ED0B-4311-B763-AD42088CA79E}" destId="{6B4112F3-DFA6-4B1E-9CB5-7806C0ED94BC}" srcOrd="0" destOrd="0" presId="urn:microsoft.com/office/officeart/2011/layout/CircleProcess"/>
    <dgm:cxn modelId="{5F8B4901-56CD-41E8-9C41-6103F480280E}" type="presParOf" srcId="{450CAC7C-AAB2-4EA9-BC07-F09E0D38BF32}" destId="{C1570046-EE08-48E7-A62B-2726C0F29616}" srcOrd="17" destOrd="0" presId="urn:microsoft.com/office/officeart/2011/layout/CircleProcess"/>
    <dgm:cxn modelId="{D7D80032-19E3-4181-B1A9-8088A4DCDFC1}" type="presParOf" srcId="{450CAC7C-AAB2-4EA9-BC07-F09E0D38BF32}" destId="{B16EC34B-D657-44F7-AE22-93DDA0E34046}" srcOrd="18" destOrd="0" presId="urn:microsoft.com/office/officeart/2011/layout/CircleProcess"/>
    <dgm:cxn modelId="{77BBDCF6-B82C-45D9-9CCC-3812A81FD0D7}" type="presParOf" srcId="{B16EC34B-D657-44F7-AE22-93DDA0E34046}" destId="{1C3BEF43-D6F2-4373-AFDA-B3C49D4389D1}" srcOrd="0" destOrd="0" presId="urn:microsoft.com/office/officeart/2011/layout/CircleProcess"/>
    <dgm:cxn modelId="{36708CAB-E384-424D-B0D3-991965DB71C7}" type="presParOf" srcId="{450CAC7C-AAB2-4EA9-BC07-F09E0D38BF32}" destId="{367463CA-2682-4679-B725-8C257052032F}" srcOrd="19" destOrd="0" presId="urn:microsoft.com/office/officeart/2011/layout/CircleProcess"/>
    <dgm:cxn modelId="{94724712-FE57-4E0D-855A-8C268AC48517}" type="presParOf" srcId="{367463CA-2682-4679-B725-8C257052032F}" destId="{95E73782-FBCF-436F-82E6-A71D9C005A9F}" srcOrd="0" destOrd="0" presId="urn:microsoft.com/office/officeart/2011/layout/CircleProcess"/>
    <dgm:cxn modelId="{07C6A861-49FD-4AB9-9195-00F0DCD0100C}" type="presParOf" srcId="{450CAC7C-AAB2-4EA9-BC07-F09E0D38BF32}" destId="{E6E7AC6D-49B9-4779-999D-373EF99C2BBF}" srcOrd="20" destOrd="0" presId="urn:microsoft.com/office/officeart/2011/layout/CircleProcess"/>
    <dgm:cxn modelId="{864EFCF2-A53C-45B8-874A-2B6CA9B69F9E}" type="presParOf" srcId="{450CAC7C-AAB2-4EA9-BC07-F09E0D38BF32}" destId="{8E16F53C-BD33-424A-9C45-CC282A3CF56B}" srcOrd="21" destOrd="0" presId="urn:microsoft.com/office/officeart/2011/layout/CircleProcess"/>
    <dgm:cxn modelId="{E708050F-5A36-4C1D-87C2-90AA0CC911E6}" type="presParOf" srcId="{8E16F53C-BD33-424A-9C45-CC282A3CF56B}" destId="{96782745-841B-4E5A-8242-EB5FAE4C5A78}" srcOrd="0" destOrd="0" presId="urn:microsoft.com/office/officeart/2011/layout/CircleProcess"/>
    <dgm:cxn modelId="{388FFA08-023B-4CEA-B23C-98BE15583D52}" type="presParOf" srcId="{450CAC7C-AAB2-4EA9-BC07-F09E0D38BF32}" destId="{528E3F93-42A4-476C-AA13-C22DA375DCDA}" srcOrd="22" destOrd="0" presId="urn:microsoft.com/office/officeart/2011/layout/CircleProcess"/>
    <dgm:cxn modelId="{1F1308F4-8ADF-4325-816B-61E05515D106}" type="presParOf" srcId="{528E3F93-42A4-476C-AA13-C22DA375DCDA}" destId="{CFA5BB0B-3D8F-4D68-A943-11A4B70AF219}" srcOrd="0" destOrd="0" presId="urn:microsoft.com/office/officeart/2011/layout/CircleProcess"/>
    <dgm:cxn modelId="{8DD7374F-EC4A-4778-9875-B08A0D6B63F0}" type="presParOf" srcId="{450CAC7C-AAB2-4EA9-BC07-F09E0D38BF32}" destId="{F38582DD-2678-4A77-9B98-3E124F18B982}" srcOrd="23" destOrd="0" presId="urn:microsoft.com/office/officeart/2011/layout/CircleProcess"/>
    <dgm:cxn modelId="{CF49D7C9-66A7-4FA3-894D-FBB036EC14E5}" type="presParOf" srcId="{450CAC7C-AAB2-4EA9-BC07-F09E0D38BF32}" destId="{2A8441F5-21BD-4897-AD59-27AEC6B60B74}" srcOrd="24" destOrd="0" presId="urn:microsoft.com/office/officeart/2011/layout/CircleProcess"/>
    <dgm:cxn modelId="{CD18F455-A4CE-4A64-8379-4AF579B79EA2}" type="presParOf" srcId="{2A8441F5-21BD-4897-AD59-27AEC6B60B74}" destId="{C5514F1C-4F94-44FD-960A-B0DF4C0D57D1}" srcOrd="0" destOrd="0" presId="urn:microsoft.com/office/officeart/2011/layout/CircleProcess"/>
    <dgm:cxn modelId="{371A23AA-1250-4978-925A-266715A2BE25}" type="presParOf" srcId="{450CAC7C-AAB2-4EA9-BC07-F09E0D38BF32}" destId="{DAEBCB70-96E2-4ACE-8AC9-AB923DD6CF15}" srcOrd="25" destOrd="0" presId="urn:microsoft.com/office/officeart/2011/layout/CircleProcess"/>
    <dgm:cxn modelId="{AAAF04F9-3DC4-4CD9-9077-EBC08BD21F65}" type="presParOf" srcId="{DAEBCB70-96E2-4ACE-8AC9-AB923DD6CF15}" destId="{7D7BC62A-681C-4FD6-A314-BB1692C97E6F}" srcOrd="0" destOrd="0" presId="urn:microsoft.com/office/officeart/2011/layout/CircleProcess"/>
    <dgm:cxn modelId="{C01D4D5D-DD52-49A2-883F-17D3D84697EC}" type="presParOf" srcId="{450CAC7C-AAB2-4EA9-BC07-F09E0D38BF32}" destId="{A8EB9E17-F123-490A-9924-E7B891A87049}" srcOrd="26" destOrd="0" presId="urn:microsoft.com/office/officeart/2011/layout/CircleProcess"/>
    <dgm:cxn modelId="{74CF1585-D68E-4C91-96A1-4BC85A32BA81}" type="presParOf" srcId="{450CAC7C-AAB2-4EA9-BC07-F09E0D38BF32}" destId="{3FBAF9F3-E1D8-4AA6-A62F-1E7821914C74}" srcOrd="27" destOrd="0" presId="urn:microsoft.com/office/officeart/2011/layout/CircleProcess"/>
    <dgm:cxn modelId="{184CE724-8D23-4326-AC27-181B6A4351EA}" type="presParOf" srcId="{3FBAF9F3-E1D8-4AA6-A62F-1E7821914C74}" destId="{F72B9A8B-4C79-4E6C-90B0-2B3B2F7E0043}" srcOrd="0" destOrd="0" presId="urn:microsoft.com/office/officeart/2011/layout/CircleProcess"/>
    <dgm:cxn modelId="{A7033D03-092D-42FF-AB1C-421D41E86A40}" type="presParOf" srcId="{450CAC7C-AAB2-4EA9-BC07-F09E0D38BF32}" destId="{01E6CEB4-7E09-4DAA-80BB-D3DF13BDEBBC}" srcOrd="28" destOrd="0" presId="urn:microsoft.com/office/officeart/2011/layout/CircleProcess"/>
    <dgm:cxn modelId="{B55E1574-AD95-4335-8CFF-FE370BE7A110}" type="presParOf" srcId="{01E6CEB4-7E09-4DAA-80BB-D3DF13BDEBBC}" destId="{30BD2A87-2F93-4952-A3D0-911BAC25715D}" srcOrd="0" destOrd="0" presId="urn:microsoft.com/office/officeart/2011/layout/CircleProcess"/>
    <dgm:cxn modelId="{EA7EB4C8-E740-4D39-96A3-CD477D1B6C97}" type="presParOf" srcId="{450CAC7C-AAB2-4EA9-BC07-F09E0D38BF32}" destId="{5F769FCC-B367-4253-B92C-F99C70FA475D}" srcOrd="29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A4FE49-7BE4-4D49-BC3C-8F157F1C612E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A89AC36-23D2-48CC-8AA3-A710F60B332B}">
      <dgm:prSet/>
      <dgm:spPr/>
      <dgm:t>
        <a:bodyPr/>
        <a:lstStyle/>
        <a:p>
          <a:r>
            <a:rPr lang="en-IN"/>
            <a:t>Removed duplicate rows</a:t>
          </a:r>
        </a:p>
      </dgm:t>
    </dgm:pt>
    <dgm:pt modelId="{1EF8368E-0FCC-4C60-838A-EF5E64630D94}" type="parTrans" cxnId="{A74EA53E-D04B-40AB-BE90-BD0A89E42AB6}">
      <dgm:prSet/>
      <dgm:spPr/>
      <dgm:t>
        <a:bodyPr/>
        <a:lstStyle/>
        <a:p>
          <a:endParaRPr lang="en-IN"/>
        </a:p>
      </dgm:t>
    </dgm:pt>
    <dgm:pt modelId="{A0BE03AD-225A-4FFA-93E7-7C11CB1DCAF1}" type="sibTrans" cxnId="{A74EA53E-D04B-40AB-BE90-BD0A89E42AB6}">
      <dgm:prSet/>
      <dgm:spPr/>
      <dgm:t>
        <a:bodyPr/>
        <a:lstStyle/>
        <a:p>
          <a:endParaRPr lang="en-IN"/>
        </a:p>
      </dgm:t>
    </dgm:pt>
    <dgm:pt modelId="{281C2513-FEA9-413A-9A12-7949223FF2D3}">
      <dgm:prSet/>
      <dgm:spPr/>
      <dgm:t>
        <a:bodyPr/>
        <a:lstStyle/>
        <a:p>
          <a:r>
            <a:rPr lang="en-IN"/>
            <a:t>Handled missing values using mean</a:t>
          </a:r>
        </a:p>
      </dgm:t>
    </dgm:pt>
    <dgm:pt modelId="{26A571A0-D4CE-4005-9364-608771313F4C}" type="parTrans" cxnId="{3AE31486-8F4C-4C27-8327-661AB23A744C}">
      <dgm:prSet/>
      <dgm:spPr/>
      <dgm:t>
        <a:bodyPr/>
        <a:lstStyle/>
        <a:p>
          <a:endParaRPr lang="en-IN"/>
        </a:p>
      </dgm:t>
    </dgm:pt>
    <dgm:pt modelId="{819DF8BD-68AF-4C4D-897F-789313498E55}" type="sibTrans" cxnId="{3AE31486-8F4C-4C27-8327-661AB23A744C}">
      <dgm:prSet/>
      <dgm:spPr/>
      <dgm:t>
        <a:bodyPr/>
        <a:lstStyle/>
        <a:p>
          <a:endParaRPr lang="en-IN"/>
        </a:p>
      </dgm:t>
    </dgm:pt>
    <dgm:pt modelId="{7237226B-6BA7-4FE8-B63A-B2AB688299C7}">
      <dgm:prSet/>
      <dgm:spPr/>
      <dgm:t>
        <a:bodyPr/>
        <a:lstStyle/>
        <a:p>
          <a:r>
            <a:rPr lang="en-IN"/>
            <a:t>Converted date column to datetime</a:t>
          </a:r>
        </a:p>
      </dgm:t>
    </dgm:pt>
    <dgm:pt modelId="{8EE30523-3B40-46EB-A6BF-9BE9535EF751}" type="parTrans" cxnId="{BB320AE3-BF3C-4903-92A7-16D6EA928DE6}">
      <dgm:prSet/>
      <dgm:spPr/>
      <dgm:t>
        <a:bodyPr/>
        <a:lstStyle/>
        <a:p>
          <a:endParaRPr lang="en-IN"/>
        </a:p>
      </dgm:t>
    </dgm:pt>
    <dgm:pt modelId="{CD6B4A77-C035-4B37-8638-EA8F8F5E8382}" type="sibTrans" cxnId="{BB320AE3-BF3C-4903-92A7-16D6EA928DE6}">
      <dgm:prSet/>
      <dgm:spPr/>
      <dgm:t>
        <a:bodyPr/>
        <a:lstStyle/>
        <a:p>
          <a:endParaRPr lang="en-IN"/>
        </a:p>
      </dgm:t>
    </dgm:pt>
    <dgm:pt modelId="{9AB0B098-42CF-471D-9310-67C1F51FE009}">
      <dgm:prSet/>
      <dgm:spPr/>
      <dgm:t>
        <a:bodyPr/>
        <a:lstStyle/>
        <a:p>
          <a:r>
            <a:rPr lang="en-IN"/>
            <a:t>Extracted year, month, day, day_of_week</a:t>
          </a:r>
        </a:p>
      </dgm:t>
    </dgm:pt>
    <dgm:pt modelId="{5680C67D-1446-4B6B-8D52-74160327EB1E}" type="parTrans" cxnId="{9699C328-1295-41B1-BAD9-2AA920ABCABE}">
      <dgm:prSet/>
      <dgm:spPr/>
      <dgm:t>
        <a:bodyPr/>
        <a:lstStyle/>
        <a:p>
          <a:endParaRPr lang="en-IN"/>
        </a:p>
      </dgm:t>
    </dgm:pt>
    <dgm:pt modelId="{CF43A3A7-58FD-4B11-93EA-A396BA2EC82C}" type="sibTrans" cxnId="{9699C328-1295-41B1-BAD9-2AA920ABCABE}">
      <dgm:prSet/>
      <dgm:spPr/>
      <dgm:t>
        <a:bodyPr/>
        <a:lstStyle/>
        <a:p>
          <a:endParaRPr lang="en-IN"/>
        </a:p>
      </dgm:t>
    </dgm:pt>
    <dgm:pt modelId="{B91B1402-4D1F-4142-BCB2-F3F85285F594}">
      <dgm:prSet/>
      <dgm:spPr/>
      <dgm:t>
        <a:bodyPr/>
        <a:lstStyle/>
        <a:p>
          <a:r>
            <a:rPr lang="en-IN"/>
            <a:t>Dropped original date column.</a:t>
          </a:r>
        </a:p>
      </dgm:t>
    </dgm:pt>
    <dgm:pt modelId="{78DAA99B-284C-4C86-B541-DA9186AA317D}" type="parTrans" cxnId="{F7760D7C-01E1-4921-B591-0B949E053D23}">
      <dgm:prSet/>
      <dgm:spPr/>
      <dgm:t>
        <a:bodyPr/>
        <a:lstStyle/>
        <a:p>
          <a:endParaRPr lang="en-IN"/>
        </a:p>
      </dgm:t>
    </dgm:pt>
    <dgm:pt modelId="{BF50AB0C-CB45-45AD-8961-7E5C9EA6060A}" type="sibTrans" cxnId="{F7760D7C-01E1-4921-B591-0B949E053D23}">
      <dgm:prSet/>
      <dgm:spPr/>
      <dgm:t>
        <a:bodyPr/>
        <a:lstStyle/>
        <a:p>
          <a:endParaRPr lang="en-IN"/>
        </a:p>
      </dgm:t>
    </dgm:pt>
    <dgm:pt modelId="{E1D267F9-346E-4383-88F8-B6ED063DEC95}" type="pres">
      <dgm:prSet presAssocID="{66A4FE49-7BE4-4D49-BC3C-8F157F1C612E}" presName="Name0" presStyleCnt="0">
        <dgm:presLayoutVars>
          <dgm:dir/>
          <dgm:resizeHandles val="exact"/>
        </dgm:presLayoutVars>
      </dgm:prSet>
      <dgm:spPr/>
    </dgm:pt>
    <dgm:pt modelId="{4D52DE33-A99C-4AED-91B5-8B2DEA53B784}" type="pres">
      <dgm:prSet presAssocID="{66A4FE49-7BE4-4D49-BC3C-8F157F1C612E}" presName="arrow" presStyleLbl="bgShp" presStyleIdx="0" presStyleCnt="1"/>
      <dgm:spPr/>
    </dgm:pt>
    <dgm:pt modelId="{6C452D6D-D55D-4E7A-8F2E-3028F4C03C94}" type="pres">
      <dgm:prSet presAssocID="{66A4FE49-7BE4-4D49-BC3C-8F157F1C612E}" presName="points" presStyleCnt="0"/>
      <dgm:spPr/>
    </dgm:pt>
    <dgm:pt modelId="{F919531D-91E2-42D1-81F7-048C6584E335}" type="pres">
      <dgm:prSet presAssocID="{7A89AC36-23D2-48CC-8AA3-A710F60B332B}" presName="compositeA" presStyleCnt="0"/>
      <dgm:spPr/>
    </dgm:pt>
    <dgm:pt modelId="{DE142B99-E8E4-4BDB-984F-357D9BCB7601}" type="pres">
      <dgm:prSet presAssocID="{7A89AC36-23D2-48CC-8AA3-A710F60B332B}" presName="textA" presStyleLbl="revTx" presStyleIdx="0" presStyleCnt="5">
        <dgm:presLayoutVars>
          <dgm:bulletEnabled val="1"/>
        </dgm:presLayoutVars>
      </dgm:prSet>
      <dgm:spPr/>
    </dgm:pt>
    <dgm:pt modelId="{9DFCF5C9-493E-41BB-95EC-1D4C344E0364}" type="pres">
      <dgm:prSet presAssocID="{7A89AC36-23D2-48CC-8AA3-A710F60B332B}" presName="circleA" presStyleLbl="node1" presStyleIdx="0" presStyleCnt="5"/>
      <dgm:spPr/>
    </dgm:pt>
    <dgm:pt modelId="{7C74D9AF-4224-42B8-B46F-5DDC08EF3E05}" type="pres">
      <dgm:prSet presAssocID="{7A89AC36-23D2-48CC-8AA3-A710F60B332B}" presName="spaceA" presStyleCnt="0"/>
      <dgm:spPr/>
    </dgm:pt>
    <dgm:pt modelId="{3ACA3D5C-C260-4D61-9743-6822243C715B}" type="pres">
      <dgm:prSet presAssocID="{A0BE03AD-225A-4FFA-93E7-7C11CB1DCAF1}" presName="space" presStyleCnt="0"/>
      <dgm:spPr/>
    </dgm:pt>
    <dgm:pt modelId="{03356B78-471B-497E-8018-8029988D43DF}" type="pres">
      <dgm:prSet presAssocID="{281C2513-FEA9-413A-9A12-7949223FF2D3}" presName="compositeB" presStyleCnt="0"/>
      <dgm:spPr/>
    </dgm:pt>
    <dgm:pt modelId="{E00240B3-68B7-4AB9-917C-C23D65553678}" type="pres">
      <dgm:prSet presAssocID="{281C2513-FEA9-413A-9A12-7949223FF2D3}" presName="textB" presStyleLbl="revTx" presStyleIdx="1" presStyleCnt="5">
        <dgm:presLayoutVars>
          <dgm:bulletEnabled val="1"/>
        </dgm:presLayoutVars>
      </dgm:prSet>
      <dgm:spPr/>
    </dgm:pt>
    <dgm:pt modelId="{4390649D-EB47-43F2-984D-3F83429BA6BB}" type="pres">
      <dgm:prSet presAssocID="{281C2513-FEA9-413A-9A12-7949223FF2D3}" presName="circleB" presStyleLbl="node1" presStyleIdx="1" presStyleCnt="5"/>
      <dgm:spPr/>
    </dgm:pt>
    <dgm:pt modelId="{6302C579-E973-4B43-AAE9-A969825B88AA}" type="pres">
      <dgm:prSet presAssocID="{281C2513-FEA9-413A-9A12-7949223FF2D3}" presName="spaceB" presStyleCnt="0"/>
      <dgm:spPr/>
    </dgm:pt>
    <dgm:pt modelId="{921CC4CD-8C08-499D-B97E-6C28F72F14AF}" type="pres">
      <dgm:prSet presAssocID="{819DF8BD-68AF-4C4D-897F-789313498E55}" presName="space" presStyleCnt="0"/>
      <dgm:spPr/>
    </dgm:pt>
    <dgm:pt modelId="{A5B8B973-89CA-451D-A4EC-6356C6F84F3D}" type="pres">
      <dgm:prSet presAssocID="{7237226B-6BA7-4FE8-B63A-B2AB688299C7}" presName="compositeA" presStyleCnt="0"/>
      <dgm:spPr/>
    </dgm:pt>
    <dgm:pt modelId="{AA028527-194A-4781-98A2-4D51B96CFB85}" type="pres">
      <dgm:prSet presAssocID="{7237226B-6BA7-4FE8-B63A-B2AB688299C7}" presName="textA" presStyleLbl="revTx" presStyleIdx="2" presStyleCnt="5">
        <dgm:presLayoutVars>
          <dgm:bulletEnabled val="1"/>
        </dgm:presLayoutVars>
      </dgm:prSet>
      <dgm:spPr/>
    </dgm:pt>
    <dgm:pt modelId="{81677CD0-8989-47C7-A52E-1BDF8686077A}" type="pres">
      <dgm:prSet presAssocID="{7237226B-6BA7-4FE8-B63A-B2AB688299C7}" presName="circleA" presStyleLbl="node1" presStyleIdx="2" presStyleCnt="5"/>
      <dgm:spPr/>
    </dgm:pt>
    <dgm:pt modelId="{EBDCBFC3-D8A2-46C6-98FC-A6C294A74302}" type="pres">
      <dgm:prSet presAssocID="{7237226B-6BA7-4FE8-B63A-B2AB688299C7}" presName="spaceA" presStyleCnt="0"/>
      <dgm:spPr/>
    </dgm:pt>
    <dgm:pt modelId="{60B77737-73B3-4EC2-97AC-39587FA6E0AB}" type="pres">
      <dgm:prSet presAssocID="{CD6B4A77-C035-4B37-8638-EA8F8F5E8382}" presName="space" presStyleCnt="0"/>
      <dgm:spPr/>
    </dgm:pt>
    <dgm:pt modelId="{084AB2A5-B34B-40E7-8F99-B2F91F903DD9}" type="pres">
      <dgm:prSet presAssocID="{9AB0B098-42CF-471D-9310-67C1F51FE009}" presName="compositeB" presStyleCnt="0"/>
      <dgm:spPr/>
    </dgm:pt>
    <dgm:pt modelId="{01879AE6-9643-4FF5-ADC8-30A7AB3F1091}" type="pres">
      <dgm:prSet presAssocID="{9AB0B098-42CF-471D-9310-67C1F51FE009}" presName="textB" presStyleLbl="revTx" presStyleIdx="3" presStyleCnt="5">
        <dgm:presLayoutVars>
          <dgm:bulletEnabled val="1"/>
        </dgm:presLayoutVars>
      </dgm:prSet>
      <dgm:spPr/>
    </dgm:pt>
    <dgm:pt modelId="{428B4D2C-7271-4DDF-8E9A-FEB304D31AAD}" type="pres">
      <dgm:prSet presAssocID="{9AB0B098-42CF-471D-9310-67C1F51FE009}" presName="circleB" presStyleLbl="node1" presStyleIdx="3" presStyleCnt="5"/>
      <dgm:spPr/>
    </dgm:pt>
    <dgm:pt modelId="{A92BDD84-C9D2-4034-BC24-9B95667FD0B3}" type="pres">
      <dgm:prSet presAssocID="{9AB0B098-42CF-471D-9310-67C1F51FE009}" presName="spaceB" presStyleCnt="0"/>
      <dgm:spPr/>
    </dgm:pt>
    <dgm:pt modelId="{C769BEA1-1C58-4D6D-AC9E-927B21AD44F9}" type="pres">
      <dgm:prSet presAssocID="{CF43A3A7-58FD-4B11-93EA-A396BA2EC82C}" presName="space" presStyleCnt="0"/>
      <dgm:spPr/>
    </dgm:pt>
    <dgm:pt modelId="{8D176CC2-C7C9-4A38-811B-3D3D0A6F1DC4}" type="pres">
      <dgm:prSet presAssocID="{B91B1402-4D1F-4142-BCB2-F3F85285F594}" presName="compositeA" presStyleCnt="0"/>
      <dgm:spPr/>
    </dgm:pt>
    <dgm:pt modelId="{3BF4C0C1-E9B6-4D38-8B0F-670A8EA4BF15}" type="pres">
      <dgm:prSet presAssocID="{B91B1402-4D1F-4142-BCB2-F3F85285F594}" presName="textA" presStyleLbl="revTx" presStyleIdx="4" presStyleCnt="5">
        <dgm:presLayoutVars>
          <dgm:bulletEnabled val="1"/>
        </dgm:presLayoutVars>
      </dgm:prSet>
      <dgm:spPr/>
    </dgm:pt>
    <dgm:pt modelId="{A1A74EFA-B87C-459A-9BCB-684365C1C371}" type="pres">
      <dgm:prSet presAssocID="{B91B1402-4D1F-4142-BCB2-F3F85285F594}" presName="circleA" presStyleLbl="node1" presStyleIdx="4" presStyleCnt="5"/>
      <dgm:spPr/>
    </dgm:pt>
    <dgm:pt modelId="{A18B7D01-C309-4E37-B878-D6C500886E26}" type="pres">
      <dgm:prSet presAssocID="{B91B1402-4D1F-4142-BCB2-F3F85285F594}" presName="spaceA" presStyleCnt="0"/>
      <dgm:spPr/>
    </dgm:pt>
  </dgm:ptLst>
  <dgm:cxnLst>
    <dgm:cxn modelId="{6AC8781E-6DBF-4341-A66E-162206DA4CC5}" type="presOf" srcId="{B91B1402-4D1F-4142-BCB2-F3F85285F594}" destId="{3BF4C0C1-E9B6-4D38-8B0F-670A8EA4BF15}" srcOrd="0" destOrd="0" presId="urn:microsoft.com/office/officeart/2005/8/layout/hProcess11"/>
    <dgm:cxn modelId="{9699C328-1295-41B1-BAD9-2AA920ABCABE}" srcId="{66A4FE49-7BE4-4D49-BC3C-8F157F1C612E}" destId="{9AB0B098-42CF-471D-9310-67C1F51FE009}" srcOrd="3" destOrd="0" parTransId="{5680C67D-1446-4B6B-8D52-74160327EB1E}" sibTransId="{CF43A3A7-58FD-4B11-93EA-A396BA2EC82C}"/>
    <dgm:cxn modelId="{A74EA53E-D04B-40AB-BE90-BD0A89E42AB6}" srcId="{66A4FE49-7BE4-4D49-BC3C-8F157F1C612E}" destId="{7A89AC36-23D2-48CC-8AA3-A710F60B332B}" srcOrd="0" destOrd="0" parTransId="{1EF8368E-0FCC-4C60-838A-EF5E64630D94}" sibTransId="{A0BE03AD-225A-4FFA-93E7-7C11CB1DCAF1}"/>
    <dgm:cxn modelId="{6399E376-C801-45AF-802B-2F302B4A7C23}" type="presOf" srcId="{7A89AC36-23D2-48CC-8AA3-A710F60B332B}" destId="{DE142B99-E8E4-4BDB-984F-357D9BCB7601}" srcOrd="0" destOrd="0" presId="urn:microsoft.com/office/officeart/2005/8/layout/hProcess11"/>
    <dgm:cxn modelId="{F7760D7C-01E1-4921-B591-0B949E053D23}" srcId="{66A4FE49-7BE4-4D49-BC3C-8F157F1C612E}" destId="{B91B1402-4D1F-4142-BCB2-F3F85285F594}" srcOrd="4" destOrd="0" parTransId="{78DAA99B-284C-4C86-B541-DA9186AA317D}" sibTransId="{BF50AB0C-CB45-45AD-8961-7E5C9EA6060A}"/>
    <dgm:cxn modelId="{3AE31486-8F4C-4C27-8327-661AB23A744C}" srcId="{66A4FE49-7BE4-4D49-BC3C-8F157F1C612E}" destId="{281C2513-FEA9-413A-9A12-7949223FF2D3}" srcOrd="1" destOrd="0" parTransId="{26A571A0-D4CE-4005-9364-608771313F4C}" sibTransId="{819DF8BD-68AF-4C4D-897F-789313498E55}"/>
    <dgm:cxn modelId="{BB5EFFB5-D107-4846-BF7D-5E915FDB540A}" type="presOf" srcId="{7237226B-6BA7-4FE8-B63A-B2AB688299C7}" destId="{AA028527-194A-4781-98A2-4D51B96CFB85}" srcOrd="0" destOrd="0" presId="urn:microsoft.com/office/officeart/2005/8/layout/hProcess11"/>
    <dgm:cxn modelId="{CEB444CC-E450-4442-A759-28D692AE7696}" type="presOf" srcId="{9AB0B098-42CF-471D-9310-67C1F51FE009}" destId="{01879AE6-9643-4FF5-ADC8-30A7AB3F1091}" srcOrd="0" destOrd="0" presId="urn:microsoft.com/office/officeart/2005/8/layout/hProcess11"/>
    <dgm:cxn modelId="{5FFD9CE2-1A41-4F1C-8091-59B93EDA25CC}" type="presOf" srcId="{281C2513-FEA9-413A-9A12-7949223FF2D3}" destId="{E00240B3-68B7-4AB9-917C-C23D65553678}" srcOrd="0" destOrd="0" presId="urn:microsoft.com/office/officeart/2005/8/layout/hProcess11"/>
    <dgm:cxn modelId="{BB320AE3-BF3C-4903-92A7-16D6EA928DE6}" srcId="{66A4FE49-7BE4-4D49-BC3C-8F157F1C612E}" destId="{7237226B-6BA7-4FE8-B63A-B2AB688299C7}" srcOrd="2" destOrd="0" parTransId="{8EE30523-3B40-46EB-A6BF-9BE9535EF751}" sibTransId="{CD6B4A77-C035-4B37-8638-EA8F8F5E8382}"/>
    <dgm:cxn modelId="{10026AFE-86DE-4674-AFA7-A98B93D618DD}" type="presOf" srcId="{66A4FE49-7BE4-4D49-BC3C-8F157F1C612E}" destId="{E1D267F9-346E-4383-88F8-B6ED063DEC95}" srcOrd="0" destOrd="0" presId="urn:microsoft.com/office/officeart/2005/8/layout/hProcess11"/>
    <dgm:cxn modelId="{1045585E-7A75-49DB-8733-D6C201EB7FCC}" type="presParOf" srcId="{E1D267F9-346E-4383-88F8-B6ED063DEC95}" destId="{4D52DE33-A99C-4AED-91B5-8B2DEA53B784}" srcOrd="0" destOrd="0" presId="urn:microsoft.com/office/officeart/2005/8/layout/hProcess11"/>
    <dgm:cxn modelId="{CFC082BE-846C-4531-BACA-4C64460156CA}" type="presParOf" srcId="{E1D267F9-346E-4383-88F8-B6ED063DEC95}" destId="{6C452D6D-D55D-4E7A-8F2E-3028F4C03C94}" srcOrd="1" destOrd="0" presId="urn:microsoft.com/office/officeart/2005/8/layout/hProcess11"/>
    <dgm:cxn modelId="{FA277F1D-69D9-4B0E-AFCF-18DA7361063C}" type="presParOf" srcId="{6C452D6D-D55D-4E7A-8F2E-3028F4C03C94}" destId="{F919531D-91E2-42D1-81F7-048C6584E335}" srcOrd="0" destOrd="0" presId="urn:microsoft.com/office/officeart/2005/8/layout/hProcess11"/>
    <dgm:cxn modelId="{C0782050-8831-438E-9F23-7ECD28898A4E}" type="presParOf" srcId="{F919531D-91E2-42D1-81F7-048C6584E335}" destId="{DE142B99-E8E4-4BDB-984F-357D9BCB7601}" srcOrd="0" destOrd="0" presId="urn:microsoft.com/office/officeart/2005/8/layout/hProcess11"/>
    <dgm:cxn modelId="{898117A4-1ADA-4276-8DD7-9849445432B1}" type="presParOf" srcId="{F919531D-91E2-42D1-81F7-048C6584E335}" destId="{9DFCF5C9-493E-41BB-95EC-1D4C344E0364}" srcOrd="1" destOrd="0" presId="urn:microsoft.com/office/officeart/2005/8/layout/hProcess11"/>
    <dgm:cxn modelId="{23354020-210A-4131-B762-92434C02DC64}" type="presParOf" srcId="{F919531D-91E2-42D1-81F7-048C6584E335}" destId="{7C74D9AF-4224-42B8-B46F-5DDC08EF3E05}" srcOrd="2" destOrd="0" presId="urn:microsoft.com/office/officeart/2005/8/layout/hProcess11"/>
    <dgm:cxn modelId="{D48A6D78-5E5D-4A08-AE3D-4404204AF175}" type="presParOf" srcId="{6C452D6D-D55D-4E7A-8F2E-3028F4C03C94}" destId="{3ACA3D5C-C260-4D61-9743-6822243C715B}" srcOrd="1" destOrd="0" presId="urn:microsoft.com/office/officeart/2005/8/layout/hProcess11"/>
    <dgm:cxn modelId="{4BB4D664-8ADB-4F52-BB04-98FC205D8E83}" type="presParOf" srcId="{6C452D6D-D55D-4E7A-8F2E-3028F4C03C94}" destId="{03356B78-471B-497E-8018-8029988D43DF}" srcOrd="2" destOrd="0" presId="urn:microsoft.com/office/officeart/2005/8/layout/hProcess11"/>
    <dgm:cxn modelId="{67957FF2-A418-4BDE-9E47-3DDDC848E50E}" type="presParOf" srcId="{03356B78-471B-497E-8018-8029988D43DF}" destId="{E00240B3-68B7-4AB9-917C-C23D65553678}" srcOrd="0" destOrd="0" presId="urn:microsoft.com/office/officeart/2005/8/layout/hProcess11"/>
    <dgm:cxn modelId="{B012DA3B-2471-4A24-9962-F6076D4E0251}" type="presParOf" srcId="{03356B78-471B-497E-8018-8029988D43DF}" destId="{4390649D-EB47-43F2-984D-3F83429BA6BB}" srcOrd="1" destOrd="0" presId="urn:microsoft.com/office/officeart/2005/8/layout/hProcess11"/>
    <dgm:cxn modelId="{1DBD8A01-52BD-45DA-8471-43923A6BB2AE}" type="presParOf" srcId="{03356B78-471B-497E-8018-8029988D43DF}" destId="{6302C579-E973-4B43-AAE9-A969825B88AA}" srcOrd="2" destOrd="0" presId="urn:microsoft.com/office/officeart/2005/8/layout/hProcess11"/>
    <dgm:cxn modelId="{2FBBCDD2-22C8-4FAD-A48C-7A5E8E4657D5}" type="presParOf" srcId="{6C452D6D-D55D-4E7A-8F2E-3028F4C03C94}" destId="{921CC4CD-8C08-499D-B97E-6C28F72F14AF}" srcOrd="3" destOrd="0" presId="urn:microsoft.com/office/officeart/2005/8/layout/hProcess11"/>
    <dgm:cxn modelId="{DDAEFF00-5DC5-4470-A74F-79D9EF918491}" type="presParOf" srcId="{6C452D6D-D55D-4E7A-8F2E-3028F4C03C94}" destId="{A5B8B973-89CA-451D-A4EC-6356C6F84F3D}" srcOrd="4" destOrd="0" presId="urn:microsoft.com/office/officeart/2005/8/layout/hProcess11"/>
    <dgm:cxn modelId="{10BC678D-9EE4-4DD0-BBFA-9F4DC779A406}" type="presParOf" srcId="{A5B8B973-89CA-451D-A4EC-6356C6F84F3D}" destId="{AA028527-194A-4781-98A2-4D51B96CFB85}" srcOrd="0" destOrd="0" presId="urn:microsoft.com/office/officeart/2005/8/layout/hProcess11"/>
    <dgm:cxn modelId="{2FB9249C-2732-43ED-AB09-E18C08032DBF}" type="presParOf" srcId="{A5B8B973-89CA-451D-A4EC-6356C6F84F3D}" destId="{81677CD0-8989-47C7-A52E-1BDF8686077A}" srcOrd="1" destOrd="0" presId="urn:microsoft.com/office/officeart/2005/8/layout/hProcess11"/>
    <dgm:cxn modelId="{74CB3249-CA1A-406B-9865-38D3E3CFC873}" type="presParOf" srcId="{A5B8B973-89CA-451D-A4EC-6356C6F84F3D}" destId="{EBDCBFC3-D8A2-46C6-98FC-A6C294A74302}" srcOrd="2" destOrd="0" presId="urn:microsoft.com/office/officeart/2005/8/layout/hProcess11"/>
    <dgm:cxn modelId="{DB5AB54A-4A83-4722-95E8-FD9B83FC78CB}" type="presParOf" srcId="{6C452D6D-D55D-4E7A-8F2E-3028F4C03C94}" destId="{60B77737-73B3-4EC2-97AC-39587FA6E0AB}" srcOrd="5" destOrd="0" presId="urn:microsoft.com/office/officeart/2005/8/layout/hProcess11"/>
    <dgm:cxn modelId="{35F6656E-6119-47B9-A44A-E9248A656D03}" type="presParOf" srcId="{6C452D6D-D55D-4E7A-8F2E-3028F4C03C94}" destId="{084AB2A5-B34B-40E7-8F99-B2F91F903DD9}" srcOrd="6" destOrd="0" presId="urn:microsoft.com/office/officeart/2005/8/layout/hProcess11"/>
    <dgm:cxn modelId="{5A70AA4F-5F66-4221-9DEB-8D284E66B452}" type="presParOf" srcId="{084AB2A5-B34B-40E7-8F99-B2F91F903DD9}" destId="{01879AE6-9643-4FF5-ADC8-30A7AB3F1091}" srcOrd="0" destOrd="0" presId="urn:microsoft.com/office/officeart/2005/8/layout/hProcess11"/>
    <dgm:cxn modelId="{7F5D78A5-F6CC-4DE1-93C5-5ED0208DFA1E}" type="presParOf" srcId="{084AB2A5-B34B-40E7-8F99-B2F91F903DD9}" destId="{428B4D2C-7271-4DDF-8E9A-FEB304D31AAD}" srcOrd="1" destOrd="0" presId="urn:microsoft.com/office/officeart/2005/8/layout/hProcess11"/>
    <dgm:cxn modelId="{FE908A2E-E856-43EC-9868-15C0207B8B86}" type="presParOf" srcId="{084AB2A5-B34B-40E7-8F99-B2F91F903DD9}" destId="{A92BDD84-C9D2-4034-BC24-9B95667FD0B3}" srcOrd="2" destOrd="0" presId="urn:microsoft.com/office/officeart/2005/8/layout/hProcess11"/>
    <dgm:cxn modelId="{72A7B256-CC6D-400F-8F08-E517E60985C7}" type="presParOf" srcId="{6C452D6D-D55D-4E7A-8F2E-3028F4C03C94}" destId="{C769BEA1-1C58-4D6D-AC9E-927B21AD44F9}" srcOrd="7" destOrd="0" presId="urn:microsoft.com/office/officeart/2005/8/layout/hProcess11"/>
    <dgm:cxn modelId="{C630B187-37B2-4B3F-BEFD-33230B77AEAF}" type="presParOf" srcId="{6C452D6D-D55D-4E7A-8F2E-3028F4C03C94}" destId="{8D176CC2-C7C9-4A38-811B-3D3D0A6F1DC4}" srcOrd="8" destOrd="0" presId="urn:microsoft.com/office/officeart/2005/8/layout/hProcess11"/>
    <dgm:cxn modelId="{42D81CAF-1B0F-4C78-B2B4-9F4BD82CCCC2}" type="presParOf" srcId="{8D176CC2-C7C9-4A38-811B-3D3D0A6F1DC4}" destId="{3BF4C0C1-E9B6-4D38-8B0F-670A8EA4BF15}" srcOrd="0" destOrd="0" presId="urn:microsoft.com/office/officeart/2005/8/layout/hProcess11"/>
    <dgm:cxn modelId="{3FC6DBE0-D52E-4858-B0A1-599424DC4BF8}" type="presParOf" srcId="{8D176CC2-C7C9-4A38-811B-3D3D0A6F1DC4}" destId="{A1A74EFA-B87C-459A-9BCB-684365C1C371}" srcOrd="1" destOrd="0" presId="urn:microsoft.com/office/officeart/2005/8/layout/hProcess11"/>
    <dgm:cxn modelId="{CED5831D-9525-4458-AD3F-3EB44CDA9B2D}" type="presParOf" srcId="{8D176CC2-C7C9-4A38-811B-3D3D0A6F1DC4}" destId="{A18B7D01-C309-4E37-B878-D6C500886E2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FD5AE5-4C0F-401F-940D-B6C84A09D68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3E29BF9-3E6F-449F-A41A-67A1D2C4E7B3}">
      <dgm:prSet/>
      <dgm:spPr/>
      <dgm:t>
        <a:bodyPr/>
        <a:lstStyle/>
        <a:p>
          <a:r>
            <a:rPr lang="en-US" b="1"/>
            <a:t>R² Score (Coefficient of Determination)</a:t>
          </a:r>
          <a:endParaRPr lang="en-IN"/>
        </a:p>
      </dgm:t>
    </dgm:pt>
    <dgm:pt modelId="{0CFE7976-E860-446C-A593-B52DCE6A81A4}" type="parTrans" cxnId="{53C4D352-AA55-4CD1-9ADA-ED7338AB5446}">
      <dgm:prSet/>
      <dgm:spPr/>
      <dgm:t>
        <a:bodyPr/>
        <a:lstStyle/>
        <a:p>
          <a:endParaRPr lang="en-IN"/>
        </a:p>
      </dgm:t>
    </dgm:pt>
    <dgm:pt modelId="{8791C004-5031-405A-806F-C8D64011C90A}" type="sibTrans" cxnId="{53C4D352-AA55-4CD1-9ADA-ED7338AB5446}">
      <dgm:prSet/>
      <dgm:spPr/>
      <dgm:t>
        <a:bodyPr/>
        <a:lstStyle/>
        <a:p>
          <a:endParaRPr lang="en-IN"/>
        </a:p>
      </dgm:t>
    </dgm:pt>
    <dgm:pt modelId="{245D76D3-F17A-4A41-837A-A3F3114C1B64}">
      <dgm:prSet/>
      <dgm:spPr/>
      <dgm:t>
        <a:bodyPr/>
        <a:lstStyle/>
        <a:p>
          <a:r>
            <a:rPr lang="en-US"/>
            <a:t>R² measures how well the model explains the variation in the target variable.</a:t>
          </a:r>
          <a:endParaRPr lang="en-IN"/>
        </a:p>
      </dgm:t>
    </dgm:pt>
    <dgm:pt modelId="{45BE28B3-1A69-4DAB-ABD6-20F595740970}" type="parTrans" cxnId="{04DDD164-1A16-4264-BDAE-318FEFA7649F}">
      <dgm:prSet/>
      <dgm:spPr/>
      <dgm:t>
        <a:bodyPr/>
        <a:lstStyle/>
        <a:p>
          <a:endParaRPr lang="en-IN"/>
        </a:p>
      </dgm:t>
    </dgm:pt>
    <dgm:pt modelId="{B60898C4-5BCF-4854-AEB0-5A2386731775}" type="sibTrans" cxnId="{04DDD164-1A16-4264-BDAE-318FEFA7649F}">
      <dgm:prSet/>
      <dgm:spPr/>
      <dgm:t>
        <a:bodyPr/>
        <a:lstStyle/>
        <a:p>
          <a:endParaRPr lang="en-IN"/>
        </a:p>
      </dgm:t>
    </dgm:pt>
    <dgm:pt modelId="{C86E942A-828B-42DE-9228-D1823C012ACD}">
      <dgm:prSet/>
      <dgm:spPr/>
      <dgm:t>
        <a:bodyPr/>
        <a:lstStyle/>
        <a:p>
          <a:r>
            <a:rPr lang="en-US" b="1"/>
            <a:t>MSE (Mean Squared Error)</a:t>
          </a:r>
          <a:endParaRPr lang="en-IN"/>
        </a:p>
      </dgm:t>
    </dgm:pt>
    <dgm:pt modelId="{7B6FF53E-20CC-457D-8DDA-7F36A41D7922}" type="parTrans" cxnId="{5DCA3354-B548-4261-B0F5-067989D65964}">
      <dgm:prSet/>
      <dgm:spPr/>
      <dgm:t>
        <a:bodyPr/>
        <a:lstStyle/>
        <a:p>
          <a:endParaRPr lang="en-IN"/>
        </a:p>
      </dgm:t>
    </dgm:pt>
    <dgm:pt modelId="{00F0A7D0-5CCB-4357-AA23-6C7B020223FB}" type="sibTrans" cxnId="{5DCA3354-B548-4261-B0F5-067989D65964}">
      <dgm:prSet/>
      <dgm:spPr/>
      <dgm:t>
        <a:bodyPr/>
        <a:lstStyle/>
        <a:p>
          <a:endParaRPr lang="en-IN"/>
        </a:p>
      </dgm:t>
    </dgm:pt>
    <dgm:pt modelId="{1604BC38-3C68-478D-A744-C9970045BB06}">
      <dgm:prSet/>
      <dgm:spPr/>
      <dgm:t>
        <a:bodyPr/>
        <a:lstStyle/>
        <a:p>
          <a:r>
            <a:rPr lang="en-US"/>
            <a:t>Measures the </a:t>
          </a:r>
          <a:r>
            <a:rPr lang="en-US" b="1"/>
            <a:t>average squared difference between predicted and actual values</a:t>
          </a:r>
          <a:r>
            <a:rPr lang="en-US"/>
            <a:t>.</a:t>
          </a:r>
          <a:endParaRPr lang="en-IN"/>
        </a:p>
      </dgm:t>
    </dgm:pt>
    <dgm:pt modelId="{4BB7108F-19DA-46BE-9161-F80CB1A868FA}" type="parTrans" cxnId="{B17057A3-F597-4D6F-917F-56C076F2FA87}">
      <dgm:prSet/>
      <dgm:spPr/>
      <dgm:t>
        <a:bodyPr/>
        <a:lstStyle/>
        <a:p>
          <a:endParaRPr lang="en-IN"/>
        </a:p>
      </dgm:t>
    </dgm:pt>
    <dgm:pt modelId="{B4BA081D-7CCF-45BB-8CA0-EED24F3F3A47}" type="sibTrans" cxnId="{B17057A3-F597-4D6F-917F-56C076F2FA87}">
      <dgm:prSet/>
      <dgm:spPr/>
      <dgm:t>
        <a:bodyPr/>
        <a:lstStyle/>
        <a:p>
          <a:endParaRPr lang="en-IN"/>
        </a:p>
      </dgm:t>
    </dgm:pt>
    <dgm:pt modelId="{81112175-8F9C-4A8C-87EE-9B868319E349}">
      <dgm:prSet/>
      <dgm:spPr/>
      <dgm:t>
        <a:bodyPr/>
        <a:lstStyle/>
        <a:p>
          <a:r>
            <a:rPr lang="en-US"/>
            <a:t>RMSE (Root Mean Squared Error)</a:t>
          </a:r>
          <a:endParaRPr lang="en-IN"/>
        </a:p>
      </dgm:t>
    </dgm:pt>
    <dgm:pt modelId="{B973B805-C2CC-4613-B6DD-29536051A054}" type="parTrans" cxnId="{45B71815-833B-4006-B0C6-09AF9CF25673}">
      <dgm:prSet/>
      <dgm:spPr/>
      <dgm:t>
        <a:bodyPr/>
        <a:lstStyle/>
        <a:p>
          <a:endParaRPr lang="en-IN"/>
        </a:p>
      </dgm:t>
    </dgm:pt>
    <dgm:pt modelId="{F74C2ED9-AE4E-421B-B55E-6AF252F16396}" type="sibTrans" cxnId="{45B71815-833B-4006-B0C6-09AF9CF25673}">
      <dgm:prSet/>
      <dgm:spPr/>
      <dgm:t>
        <a:bodyPr/>
        <a:lstStyle/>
        <a:p>
          <a:endParaRPr lang="en-IN"/>
        </a:p>
      </dgm:t>
    </dgm:pt>
    <dgm:pt modelId="{67C06FF4-09CB-4816-8381-26393A1F20F8}">
      <dgm:prSet/>
      <dgm:spPr/>
      <dgm:t>
        <a:bodyPr/>
        <a:lstStyle/>
        <a:p>
          <a:r>
            <a:rPr lang="en-US"/>
            <a:t>It shows the </a:t>
          </a:r>
          <a:r>
            <a:rPr lang="en-US" b="1"/>
            <a:t>average prediction error in the same units as the target variable</a:t>
          </a:r>
          <a:r>
            <a:rPr lang="en-US"/>
            <a:t> (USD).</a:t>
          </a:r>
          <a:endParaRPr lang="en-IN"/>
        </a:p>
      </dgm:t>
    </dgm:pt>
    <dgm:pt modelId="{2E88B1E5-6880-4198-8451-C9956C13E7AD}" type="parTrans" cxnId="{27DFF177-3C8A-4300-B790-C3A661A10936}">
      <dgm:prSet/>
      <dgm:spPr/>
      <dgm:t>
        <a:bodyPr/>
        <a:lstStyle/>
        <a:p>
          <a:endParaRPr lang="en-IN"/>
        </a:p>
      </dgm:t>
    </dgm:pt>
    <dgm:pt modelId="{BB00D808-A403-4F09-AEFF-4229DC9DA6F6}" type="sibTrans" cxnId="{27DFF177-3C8A-4300-B790-C3A661A10936}">
      <dgm:prSet/>
      <dgm:spPr/>
      <dgm:t>
        <a:bodyPr/>
        <a:lstStyle/>
        <a:p>
          <a:endParaRPr lang="en-IN"/>
        </a:p>
      </dgm:t>
    </dgm:pt>
    <dgm:pt modelId="{D5416301-5AFF-4CF8-A89B-5CD7F940C1B1}">
      <dgm:prSet/>
      <dgm:spPr/>
      <dgm:t>
        <a:bodyPr/>
        <a:lstStyle/>
        <a:p>
          <a:r>
            <a:rPr lang="en-US" b="1"/>
            <a:t>MAE (Mean Absolute Error)</a:t>
          </a:r>
          <a:endParaRPr lang="en-IN"/>
        </a:p>
      </dgm:t>
    </dgm:pt>
    <dgm:pt modelId="{792863BB-45F9-4E44-8DC4-CFDE79BE1543}" type="parTrans" cxnId="{0DFF2780-2C88-4D46-A361-6A1C968D790F}">
      <dgm:prSet/>
      <dgm:spPr/>
      <dgm:t>
        <a:bodyPr/>
        <a:lstStyle/>
        <a:p>
          <a:endParaRPr lang="en-IN"/>
        </a:p>
      </dgm:t>
    </dgm:pt>
    <dgm:pt modelId="{FADCF3FC-5C66-4735-92C7-22439F983AB5}" type="sibTrans" cxnId="{0DFF2780-2C88-4D46-A361-6A1C968D790F}">
      <dgm:prSet/>
      <dgm:spPr/>
      <dgm:t>
        <a:bodyPr/>
        <a:lstStyle/>
        <a:p>
          <a:endParaRPr lang="en-IN"/>
        </a:p>
      </dgm:t>
    </dgm:pt>
    <dgm:pt modelId="{DFC3157B-473C-4CBE-8BB4-9ABD5CB4ED33}">
      <dgm:prSet/>
      <dgm:spPr/>
      <dgm:t>
        <a:bodyPr/>
        <a:lstStyle/>
        <a:p>
          <a:r>
            <a:rPr lang="en-US" dirty="0"/>
            <a:t>Average absolute difference between predicted and actual values.</a:t>
          </a:r>
          <a:endParaRPr lang="en-IN" dirty="0"/>
        </a:p>
      </dgm:t>
    </dgm:pt>
    <dgm:pt modelId="{DDD47461-6789-401C-8B0C-9F97136EEE6D}" type="parTrans" cxnId="{6B3FEBFA-D499-4F60-9E12-3BD0EDAA6090}">
      <dgm:prSet/>
      <dgm:spPr/>
      <dgm:t>
        <a:bodyPr/>
        <a:lstStyle/>
        <a:p>
          <a:endParaRPr lang="en-IN"/>
        </a:p>
      </dgm:t>
    </dgm:pt>
    <dgm:pt modelId="{9F9E8838-3342-4BD0-8181-3B54BC811D58}" type="sibTrans" cxnId="{6B3FEBFA-D499-4F60-9E12-3BD0EDAA6090}">
      <dgm:prSet/>
      <dgm:spPr/>
      <dgm:t>
        <a:bodyPr/>
        <a:lstStyle/>
        <a:p>
          <a:endParaRPr lang="en-IN"/>
        </a:p>
      </dgm:t>
    </dgm:pt>
    <dgm:pt modelId="{DCA191CB-B958-44BF-8CEA-DAC92307DABF}" type="pres">
      <dgm:prSet presAssocID="{AAFD5AE5-4C0F-401F-940D-B6C84A09D682}" presName="Name0" presStyleCnt="0">
        <dgm:presLayoutVars>
          <dgm:dir/>
          <dgm:animLvl val="lvl"/>
          <dgm:resizeHandles val="exact"/>
        </dgm:presLayoutVars>
      </dgm:prSet>
      <dgm:spPr/>
    </dgm:pt>
    <dgm:pt modelId="{EA440149-5E60-414F-9D59-4C97F9C658E6}" type="pres">
      <dgm:prSet presAssocID="{93E29BF9-3E6F-449F-A41A-67A1D2C4E7B3}" presName="linNode" presStyleCnt="0"/>
      <dgm:spPr/>
    </dgm:pt>
    <dgm:pt modelId="{463E144C-2D4B-49B5-BCD1-6FBBDF1BD698}" type="pres">
      <dgm:prSet presAssocID="{93E29BF9-3E6F-449F-A41A-67A1D2C4E7B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51E57FE-9CA3-4C72-B1D2-E145FE86772B}" type="pres">
      <dgm:prSet presAssocID="{93E29BF9-3E6F-449F-A41A-67A1D2C4E7B3}" presName="descendantText" presStyleLbl="alignAccFollowNode1" presStyleIdx="0" presStyleCnt="4">
        <dgm:presLayoutVars>
          <dgm:bulletEnabled val="1"/>
        </dgm:presLayoutVars>
      </dgm:prSet>
      <dgm:spPr/>
    </dgm:pt>
    <dgm:pt modelId="{EA68A046-18A4-4EDE-BA71-0A855AED2535}" type="pres">
      <dgm:prSet presAssocID="{8791C004-5031-405A-806F-C8D64011C90A}" presName="sp" presStyleCnt="0"/>
      <dgm:spPr/>
    </dgm:pt>
    <dgm:pt modelId="{033C364A-0295-4F96-8D92-F60CA7AB0093}" type="pres">
      <dgm:prSet presAssocID="{C86E942A-828B-42DE-9228-D1823C012ACD}" presName="linNode" presStyleCnt="0"/>
      <dgm:spPr/>
    </dgm:pt>
    <dgm:pt modelId="{1F43FED6-286E-4972-A0A2-85627A57337E}" type="pres">
      <dgm:prSet presAssocID="{C86E942A-828B-42DE-9228-D1823C012AC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DAB2F89-E526-4C0A-836E-ADC84E96DA77}" type="pres">
      <dgm:prSet presAssocID="{C86E942A-828B-42DE-9228-D1823C012ACD}" presName="descendantText" presStyleLbl="alignAccFollowNode1" presStyleIdx="1" presStyleCnt="4">
        <dgm:presLayoutVars>
          <dgm:bulletEnabled val="1"/>
        </dgm:presLayoutVars>
      </dgm:prSet>
      <dgm:spPr/>
    </dgm:pt>
    <dgm:pt modelId="{6130B3B4-7CFD-4938-A8F2-6F8715FE3EE3}" type="pres">
      <dgm:prSet presAssocID="{00F0A7D0-5CCB-4357-AA23-6C7B020223FB}" presName="sp" presStyleCnt="0"/>
      <dgm:spPr/>
    </dgm:pt>
    <dgm:pt modelId="{BE847AF6-C0C2-4447-BF99-6F2E1B5ABAE2}" type="pres">
      <dgm:prSet presAssocID="{81112175-8F9C-4A8C-87EE-9B868319E349}" presName="linNode" presStyleCnt="0"/>
      <dgm:spPr/>
    </dgm:pt>
    <dgm:pt modelId="{6878CE0E-8C59-47F1-A9F1-1CA68BA78709}" type="pres">
      <dgm:prSet presAssocID="{81112175-8F9C-4A8C-87EE-9B868319E349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742E7AF-07DB-49E8-91F2-97527E69C4B1}" type="pres">
      <dgm:prSet presAssocID="{81112175-8F9C-4A8C-87EE-9B868319E349}" presName="descendantText" presStyleLbl="alignAccFollowNode1" presStyleIdx="2" presStyleCnt="4">
        <dgm:presLayoutVars>
          <dgm:bulletEnabled val="1"/>
        </dgm:presLayoutVars>
      </dgm:prSet>
      <dgm:spPr/>
    </dgm:pt>
    <dgm:pt modelId="{C32151E8-7748-4DEC-A0BF-BDBBBCCAC0E5}" type="pres">
      <dgm:prSet presAssocID="{F74C2ED9-AE4E-421B-B55E-6AF252F16396}" presName="sp" presStyleCnt="0"/>
      <dgm:spPr/>
    </dgm:pt>
    <dgm:pt modelId="{EEE30687-E984-472D-A00F-460B55F95E0F}" type="pres">
      <dgm:prSet presAssocID="{D5416301-5AFF-4CF8-A89B-5CD7F940C1B1}" presName="linNode" presStyleCnt="0"/>
      <dgm:spPr/>
    </dgm:pt>
    <dgm:pt modelId="{70803363-E965-4507-AEFC-E4928C5BD74B}" type="pres">
      <dgm:prSet presAssocID="{D5416301-5AFF-4CF8-A89B-5CD7F940C1B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E043CD9-3C76-422B-A465-E4B6CE3868C8}" type="pres">
      <dgm:prSet presAssocID="{D5416301-5AFF-4CF8-A89B-5CD7F940C1B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52C5004-4697-4233-8703-97756E6D7218}" type="presOf" srcId="{1604BC38-3C68-478D-A744-C9970045BB06}" destId="{CDAB2F89-E526-4C0A-836E-ADC84E96DA77}" srcOrd="0" destOrd="0" presId="urn:microsoft.com/office/officeart/2005/8/layout/vList5"/>
    <dgm:cxn modelId="{45B71815-833B-4006-B0C6-09AF9CF25673}" srcId="{AAFD5AE5-4C0F-401F-940D-B6C84A09D682}" destId="{81112175-8F9C-4A8C-87EE-9B868319E349}" srcOrd="2" destOrd="0" parTransId="{B973B805-C2CC-4613-B6DD-29536051A054}" sibTransId="{F74C2ED9-AE4E-421B-B55E-6AF252F16396}"/>
    <dgm:cxn modelId="{4C5C0616-82C1-4036-9E09-988CF5CE9308}" type="presOf" srcId="{67C06FF4-09CB-4816-8381-26393A1F20F8}" destId="{F742E7AF-07DB-49E8-91F2-97527E69C4B1}" srcOrd="0" destOrd="0" presId="urn:microsoft.com/office/officeart/2005/8/layout/vList5"/>
    <dgm:cxn modelId="{04DDD164-1A16-4264-BDAE-318FEFA7649F}" srcId="{93E29BF9-3E6F-449F-A41A-67A1D2C4E7B3}" destId="{245D76D3-F17A-4A41-837A-A3F3114C1B64}" srcOrd="0" destOrd="0" parTransId="{45BE28B3-1A69-4DAB-ABD6-20F595740970}" sibTransId="{B60898C4-5BCF-4854-AEB0-5A2386731775}"/>
    <dgm:cxn modelId="{53C4D352-AA55-4CD1-9ADA-ED7338AB5446}" srcId="{AAFD5AE5-4C0F-401F-940D-B6C84A09D682}" destId="{93E29BF9-3E6F-449F-A41A-67A1D2C4E7B3}" srcOrd="0" destOrd="0" parTransId="{0CFE7976-E860-446C-A593-B52DCE6A81A4}" sibTransId="{8791C004-5031-405A-806F-C8D64011C90A}"/>
    <dgm:cxn modelId="{5DCA3354-B548-4261-B0F5-067989D65964}" srcId="{AAFD5AE5-4C0F-401F-940D-B6C84A09D682}" destId="{C86E942A-828B-42DE-9228-D1823C012ACD}" srcOrd="1" destOrd="0" parTransId="{7B6FF53E-20CC-457D-8DDA-7F36A41D7922}" sibTransId="{00F0A7D0-5CCB-4357-AA23-6C7B020223FB}"/>
    <dgm:cxn modelId="{27DFF177-3C8A-4300-B790-C3A661A10936}" srcId="{81112175-8F9C-4A8C-87EE-9B868319E349}" destId="{67C06FF4-09CB-4816-8381-26393A1F20F8}" srcOrd="0" destOrd="0" parTransId="{2E88B1E5-6880-4198-8451-C9956C13E7AD}" sibTransId="{BB00D808-A403-4F09-AEFF-4229DC9DA6F6}"/>
    <dgm:cxn modelId="{A7946478-2046-4203-98E0-DE94869384FB}" type="presOf" srcId="{245D76D3-F17A-4A41-837A-A3F3114C1B64}" destId="{C51E57FE-9CA3-4C72-B1D2-E145FE86772B}" srcOrd="0" destOrd="0" presId="urn:microsoft.com/office/officeart/2005/8/layout/vList5"/>
    <dgm:cxn modelId="{0DFF2780-2C88-4D46-A361-6A1C968D790F}" srcId="{AAFD5AE5-4C0F-401F-940D-B6C84A09D682}" destId="{D5416301-5AFF-4CF8-A89B-5CD7F940C1B1}" srcOrd="3" destOrd="0" parTransId="{792863BB-45F9-4E44-8DC4-CFDE79BE1543}" sibTransId="{FADCF3FC-5C66-4735-92C7-22439F983AB5}"/>
    <dgm:cxn modelId="{ED061CA0-BAAE-4938-B7D9-3ECB671985B5}" type="presOf" srcId="{DFC3157B-473C-4CBE-8BB4-9ABD5CB4ED33}" destId="{1E043CD9-3C76-422B-A465-E4B6CE3868C8}" srcOrd="0" destOrd="0" presId="urn:microsoft.com/office/officeart/2005/8/layout/vList5"/>
    <dgm:cxn modelId="{B17057A3-F597-4D6F-917F-56C076F2FA87}" srcId="{C86E942A-828B-42DE-9228-D1823C012ACD}" destId="{1604BC38-3C68-478D-A744-C9970045BB06}" srcOrd="0" destOrd="0" parTransId="{4BB7108F-19DA-46BE-9161-F80CB1A868FA}" sibTransId="{B4BA081D-7CCF-45BB-8CA0-EED24F3F3A47}"/>
    <dgm:cxn modelId="{61502DB9-2F02-4617-880E-24D294A8EBD8}" type="presOf" srcId="{C86E942A-828B-42DE-9228-D1823C012ACD}" destId="{1F43FED6-286E-4972-A0A2-85627A57337E}" srcOrd="0" destOrd="0" presId="urn:microsoft.com/office/officeart/2005/8/layout/vList5"/>
    <dgm:cxn modelId="{9BE19AE3-B854-464A-9DA1-65F944E41516}" type="presOf" srcId="{93E29BF9-3E6F-449F-A41A-67A1D2C4E7B3}" destId="{463E144C-2D4B-49B5-BCD1-6FBBDF1BD698}" srcOrd="0" destOrd="0" presId="urn:microsoft.com/office/officeart/2005/8/layout/vList5"/>
    <dgm:cxn modelId="{63245DEA-B3F3-4DB0-A6AF-206869A4E0A2}" type="presOf" srcId="{81112175-8F9C-4A8C-87EE-9B868319E349}" destId="{6878CE0E-8C59-47F1-A9F1-1CA68BA78709}" srcOrd="0" destOrd="0" presId="urn:microsoft.com/office/officeart/2005/8/layout/vList5"/>
    <dgm:cxn modelId="{2448E7EA-1410-4C7A-861C-D5E64B914E89}" type="presOf" srcId="{AAFD5AE5-4C0F-401F-940D-B6C84A09D682}" destId="{DCA191CB-B958-44BF-8CEA-DAC92307DABF}" srcOrd="0" destOrd="0" presId="urn:microsoft.com/office/officeart/2005/8/layout/vList5"/>
    <dgm:cxn modelId="{6B3FEBFA-D499-4F60-9E12-3BD0EDAA6090}" srcId="{D5416301-5AFF-4CF8-A89B-5CD7F940C1B1}" destId="{DFC3157B-473C-4CBE-8BB4-9ABD5CB4ED33}" srcOrd="0" destOrd="0" parTransId="{DDD47461-6789-401C-8B0C-9F97136EEE6D}" sibTransId="{9F9E8838-3342-4BD0-8181-3B54BC811D58}"/>
    <dgm:cxn modelId="{623AB6FF-E6CA-4E5A-A1AF-79C170B4B9BE}" type="presOf" srcId="{D5416301-5AFF-4CF8-A89B-5CD7F940C1B1}" destId="{70803363-E965-4507-AEFC-E4928C5BD74B}" srcOrd="0" destOrd="0" presId="urn:microsoft.com/office/officeart/2005/8/layout/vList5"/>
    <dgm:cxn modelId="{8195AC02-C744-4B3A-8BCA-1D41FEBA3E57}" type="presParOf" srcId="{DCA191CB-B958-44BF-8CEA-DAC92307DABF}" destId="{EA440149-5E60-414F-9D59-4C97F9C658E6}" srcOrd="0" destOrd="0" presId="urn:microsoft.com/office/officeart/2005/8/layout/vList5"/>
    <dgm:cxn modelId="{13B5857E-A2F9-406B-B33F-BA050D471563}" type="presParOf" srcId="{EA440149-5E60-414F-9D59-4C97F9C658E6}" destId="{463E144C-2D4B-49B5-BCD1-6FBBDF1BD698}" srcOrd="0" destOrd="0" presId="urn:microsoft.com/office/officeart/2005/8/layout/vList5"/>
    <dgm:cxn modelId="{0AE25724-C174-402F-90DF-2637887D443C}" type="presParOf" srcId="{EA440149-5E60-414F-9D59-4C97F9C658E6}" destId="{C51E57FE-9CA3-4C72-B1D2-E145FE86772B}" srcOrd="1" destOrd="0" presId="urn:microsoft.com/office/officeart/2005/8/layout/vList5"/>
    <dgm:cxn modelId="{9C2CB37F-4A52-43DB-B7B7-43D7F163DB56}" type="presParOf" srcId="{DCA191CB-B958-44BF-8CEA-DAC92307DABF}" destId="{EA68A046-18A4-4EDE-BA71-0A855AED2535}" srcOrd="1" destOrd="0" presId="urn:microsoft.com/office/officeart/2005/8/layout/vList5"/>
    <dgm:cxn modelId="{3C09BDBD-6ADC-41CF-9D6B-D5033825C09D}" type="presParOf" srcId="{DCA191CB-B958-44BF-8CEA-DAC92307DABF}" destId="{033C364A-0295-4F96-8D92-F60CA7AB0093}" srcOrd="2" destOrd="0" presId="urn:microsoft.com/office/officeart/2005/8/layout/vList5"/>
    <dgm:cxn modelId="{3FD4BB8A-6D3A-4449-BF22-2B9C4F8DC4CC}" type="presParOf" srcId="{033C364A-0295-4F96-8D92-F60CA7AB0093}" destId="{1F43FED6-286E-4972-A0A2-85627A57337E}" srcOrd="0" destOrd="0" presId="urn:microsoft.com/office/officeart/2005/8/layout/vList5"/>
    <dgm:cxn modelId="{3F2D703B-6941-438E-8720-30D16ECACA7A}" type="presParOf" srcId="{033C364A-0295-4F96-8D92-F60CA7AB0093}" destId="{CDAB2F89-E526-4C0A-836E-ADC84E96DA77}" srcOrd="1" destOrd="0" presId="urn:microsoft.com/office/officeart/2005/8/layout/vList5"/>
    <dgm:cxn modelId="{39A9FB2C-B0F0-4B98-BAEB-EB78B911F038}" type="presParOf" srcId="{DCA191CB-B958-44BF-8CEA-DAC92307DABF}" destId="{6130B3B4-7CFD-4938-A8F2-6F8715FE3EE3}" srcOrd="3" destOrd="0" presId="urn:microsoft.com/office/officeart/2005/8/layout/vList5"/>
    <dgm:cxn modelId="{61A4ACEA-DF43-4D5E-B99C-6291B5AB7D65}" type="presParOf" srcId="{DCA191CB-B958-44BF-8CEA-DAC92307DABF}" destId="{BE847AF6-C0C2-4447-BF99-6F2E1B5ABAE2}" srcOrd="4" destOrd="0" presId="urn:microsoft.com/office/officeart/2005/8/layout/vList5"/>
    <dgm:cxn modelId="{94F07ED8-E08A-438C-A91A-F9A94CD059ED}" type="presParOf" srcId="{BE847AF6-C0C2-4447-BF99-6F2E1B5ABAE2}" destId="{6878CE0E-8C59-47F1-A9F1-1CA68BA78709}" srcOrd="0" destOrd="0" presId="urn:microsoft.com/office/officeart/2005/8/layout/vList5"/>
    <dgm:cxn modelId="{88245A32-D2AE-4A61-8B9A-E0A3E0D8F459}" type="presParOf" srcId="{BE847AF6-C0C2-4447-BF99-6F2E1B5ABAE2}" destId="{F742E7AF-07DB-49E8-91F2-97527E69C4B1}" srcOrd="1" destOrd="0" presId="urn:microsoft.com/office/officeart/2005/8/layout/vList5"/>
    <dgm:cxn modelId="{4452B93F-D4D5-4228-9EE1-97F2A639084A}" type="presParOf" srcId="{DCA191CB-B958-44BF-8CEA-DAC92307DABF}" destId="{C32151E8-7748-4DEC-A0BF-BDBBBCCAC0E5}" srcOrd="5" destOrd="0" presId="urn:microsoft.com/office/officeart/2005/8/layout/vList5"/>
    <dgm:cxn modelId="{91E3B3AD-0B5C-4802-8D14-54CF525159BE}" type="presParOf" srcId="{DCA191CB-B958-44BF-8CEA-DAC92307DABF}" destId="{EEE30687-E984-472D-A00F-460B55F95E0F}" srcOrd="6" destOrd="0" presId="urn:microsoft.com/office/officeart/2005/8/layout/vList5"/>
    <dgm:cxn modelId="{1C22B225-B398-47AC-8C47-4C2AFC3520D4}" type="presParOf" srcId="{EEE30687-E984-472D-A00F-460B55F95E0F}" destId="{70803363-E965-4507-AEFC-E4928C5BD74B}" srcOrd="0" destOrd="0" presId="urn:microsoft.com/office/officeart/2005/8/layout/vList5"/>
    <dgm:cxn modelId="{919C1B07-EF58-4688-9EC1-A696862D6F05}" type="presParOf" srcId="{EEE30687-E984-472D-A00F-460B55F95E0F}" destId="{1E043CD9-3C76-422B-A465-E4B6CE3868C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155EC-8332-47F9-AF15-99E347ED0F78}">
      <dsp:nvSpPr>
        <dsp:cNvPr id="0" name=""/>
        <dsp:cNvSpPr/>
      </dsp:nvSpPr>
      <dsp:spPr>
        <a:xfrm>
          <a:off x="7812602" y="2195045"/>
          <a:ext cx="813392" cy="81382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D2A9E5-FABE-46F4-9048-A2E870812700}">
      <dsp:nvSpPr>
        <dsp:cNvPr id="0" name=""/>
        <dsp:cNvSpPr/>
      </dsp:nvSpPr>
      <dsp:spPr>
        <a:xfrm>
          <a:off x="7839061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Streamlit Web App</a:t>
          </a:r>
        </a:p>
      </dsp:txBody>
      <dsp:txXfrm>
        <a:off x="7947456" y="2330706"/>
        <a:ext cx="542830" cy="542501"/>
      </dsp:txXfrm>
    </dsp:sp>
    <dsp:sp modelId="{137957B4-A467-45C8-AF0B-51003620ADD3}">
      <dsp:nvSpPr>
        <dsp:cNvPr id="0" name=""/>
        <dsp:cNvSpPr/>
      </dsp:nvSpPr>
      <dsp:spPr>
        <a:xfrm rot="2700000">
          <a:off x="6971393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56C6924-667F-4DEE-BC32-18EDD6F69566}">
      <dsp:nvSpPr>
        <dsp:cNvPr id="0" name=""/>
        <dsp:cNvSpPr/>
      </dsp:nvSpPr>
      <dsp:spPr>
        <a:xfrm>
          <a:off x="6998356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Save Model</a:t>
          </a:r>
        </a:p>
      </dsp:txBody>
      <dsp:txXfrm>
        <a:off x="7106751" y="2330706"/>
        <a:ext cx="542830" cy="542501"/>
      </dsp:txXfrm>
    </dsp:sp>
    <dsp:sp modelId="{B025768E-AC4F-4F64-AC34-690B3FCDA1A9}">
      <dsp:nvSpPr>
        <dsp:cNvPr id="0" name=""/>
        <dsp:cNvSpPr/>
      </dsp:nvSpPr>
      <dsp:spPr>
        <a:xfrm rot="2700000">
          <a:off x="6130689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48CE52-D45C-4EED-A05F-C448D7F28882}">
      <dsp:nvSpPr>
        <dsp:cNvPr id="0" name=""/>
        <dsp:cNvSpPr/>
      </dsp:nvSpPr>
      <dsp:spPr>
        <a:xfrm>
          <a:off x="6157651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Best Model Selection</a:t>
          </a:r>
        </a:p>
      </dsp:txBody>
      <dsp:txXfrm>
        <a:off x="6266046" y="2330706"/>
        <a:ext cx="542830" cy="542501"/>
      </dsp:txXfrm>
    </dsp:sp>
    <dsp:sp modelId="{2B39803F-6DEC-402B-91CE-4899E705D39E}">
      <dsp:nvSpPr>
        <dsp:cNvPr id="0" name=""/>
        <dsp:cNvSpPr/>
      </dsp:nvSpPr>
      <dsp:spPr>
        <a:xfrm rot="2700000">
          <a:off x="5289130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992DBC-DF6F-4C21-8720-34E92C1564A4}">
      <dsp:nvSpPr>
        <dsp:cNvPr id="0" name=""/>
        <dsp:cNvSpPr/>
      </dsp:nvSpPr>
      <dsp:spPr>
        <a:xfrm>
          <a:off x="5316946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Model Evaluation</a:t>
          </a:r>
        </a:p>
      </dsp:txBody>
      <dsp:txXfrm>
        <a:off x="5425341" y="2330706"/>
        <a:ext cx="542830" cy="542501"/>
      </dsp:txXfrm>
    </dsp:sp>
    <dsp:sp modelId="{9CDEA40A-AAF9-45BF-AC9A-A6BBB3870974}">
      <dsp:nvSpPr>
        <dsp:cNvPr id="0" name=""/>
        <dsp:cNvSpPr/>
      </dsp:nvSpPr>
      <dsp:spPr>
        <a:xfrm rot="2700000">
          <a:off x="4448425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441226-DC31-4FB9-8E57-BA91B4F1C138}">
      <dsp:nvSpPr>
        <dsp:cNvPr id="0" name=""/>
        <dsp:cNvSpPr/>
      </dsp:nvSpPr>
      <dsp:spPr>
        <a:xfrm>
          <a:off x="4475388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Regression Models</a:t>
          </a:r>
        </a:p>
      </dsp:txBody>
      <dsp:txXfrm>
        <a:off x="4583783" y="2330706"/>
        <a:ext cx="542830" cy="542501"/>
      </dsp:txXfrm>
    </dsp:sp>
    <dsp:sp modelId="{28E957FB-BEB4-437B-AB60-D0BF5C69CDC4}">
      <dsp:nvSpPr>
        <dsp:cNvPr id="0" name=""/>
        <dsp:cNvSpPr/>
      </dsp:nvSpPr>
      <dsp:spPr>
        <a:xfrm rot="2700000">
          <a:off x="3607720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4112F3-DFA6-4B1E-9CB5-7806C0ED94BC}">
      <dsp:nvSpPr>
        <dsp:cNvPr id="0" name=""/>
        <dsp:cNvSpPr/>
      </dsp:nvSpPr>
      <dsp:spPr>
        <a:xfrm>
          <a:off x="3634683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Train/Test Split</a:t>
          </a:r>
        </a:p>
      </dsp:txBody>
      <dsp:txXfrm>
        <a:off x="3743078" y="2330706"/>
        <a:ext cx="542830" cy="542501"/>
      </dsp:txXfrm>
    </dsp:sp>
    <dsp:sp modelId="{1C3BEF43-D6F2-4373-AFDA-B3C49D4389D1}">
      <dsp:nvSpPr>
        <dsp:cNvPr id="0" name=""/>
        <dsp:cNvSpPr/>
      </dsp:nvSpPr>
      <dsp:spPr>
        <a:xfrm rot="2700000">
          <a:off x="2767016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E73782-FBCF-436F-82E6-A71D9C005A9F}">
      <dsp:nvSpPr>
        <dsp:cNvPr id="0" name=""/>
        <dsp:cNvSpPr/>
      </dsp:nvSpPr>
      <dsp:spPr>
        <a:xfrm>
          <a:off x="2793978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Encoding + Scaling</a:t>
          </a:r>
        </a:p>
      </dsp:txBody>
      <dsp:txXfrm>
        <a:off x="2902373" y="2330706"/>
        <a:ext cx="542830" cy="542501"/>
      </dsp:txXfrm>
    </dsp:sp>
    <dsp:sp modelId="{96782745-841B-4E5A-8242-EB5FAE4C5A78}">
      <dsp:nvSpPr>
        <dsp:cNvPr id="0" name=""/>
        <dsp:cNvSpPr/>
      </dsp:nvSpPr>
      <dsp:spPr>
        <a:xfrm rot="2700000">
          <a:off x="1925457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A5BB0B-3D8F-4D68-A943-11A4B70AF219}">
      <dsp:nvSpPr>
        <dsp:cNvPr id="0" name=""/>
        <dsp:cNvSpPr/>
      </dsp:nvSpPr>
      <dsp:spPr>
        <a:xfrm>
          <a:off x="1953273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Feature Engineering</a:t>
          </a:r>
        </a:p>
      </dsp:txBody>
      <dsp:txXfrm>
        <a:off x="2061668" y="2330706"/>
        <a:ext cx="542830" cy="542501"/>
      </dsp:txXfrm>
    </dsp:sp>
    <dsp:sp modelId="{C5514F1C-4F94-44FD-960A-B0DF4C0D57D1}">
      <dsp:nvSpPr>
        <dsp:cNvPr id="0" name=""/>
        <dsp:cNvSpPr/>
      </dsp:nvSpPr>
      <dsp:spPr>
        <a:xfrm rot="2700000">
          <a:off x="1084752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7BC62A-681C-4FD6-A314-BB1692C97E6F}">
      <dsp:nvSpPr>
        <dsp:cNvPr id="0" name=""/>
        <dsp:cNvSpPr/>
      </dsp:nvSpPr>
      <dsp:spPr>
        <a:xfrm>
          <a:off x="1111715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Data Cleaning</a:t>
          </a:r>
        </a:p>
      </dsp:txBody>
      <dsp:txXfrm>
        <a:off x="1220964" y="2330706"/>
        <a:ext cx="542830" cy="542501"/>
      </dsp:txXfrm>
    </dsp:sp>
    <dsp:sp modelId="{F72B9A8B-4C79-4E6C-90B0-2B3B2F7E0043}">
      <dsp:nvSpPr>
        <dsp:cNvPr id="0" name=""/>
        <dsp:cNvSpPr/>
      </dsp:nvSpPr>
      <dsp:spPr>
        <a:xfrm rot="2700000">
          <a:off x="244048" y="2195112"/>
          <a:ext cx="813546" cy="81354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BD2A87-2F93-4952-A3D0-911BAC25715D}">
      <dsp:nvSpPr>
        <dsp:cNvPr id="0" name=""/>
        <dsp:cNvSpPr/>
      </dsp:nvSpPr>
      <dsp:spPr>
        <a:xfrm>
          <a:off x="271010" y="2222177"/>
          <a:ext cx="759621" cy="7595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/>
            <a:t>Dataset</a:t>
          </a:r>
        </a:p>
      </dsp:txBody>
      <dsp:txXfrm>
        <a:off x="379405" y="2330706"/>
        <a:ext cx="542830" cy="5425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2DE33-A99C-4AED-91B5-8B2DEA53B784}">
      <dsp:nvSpPr>
        <dsp:cNvPr id="0" name=""/>
        <dsp:cNvSpPr/>
      </dsp:nvSpPr>
      <dsp:spPr>
        <a:xfrm>
          <a:off x="0" y="1164231"/>
          <a:ext cx="6347714" cy="1552309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42B99-E8E4-4BDB-984F-357D9BCB7601}">
      <dsp:nvSpPr>
        <dsp:cNvPr id="0" name=""/>
        <dsp:cNvSpPr/>
      </dsp:nvSpPr>
      <dsp:spPr>
        <a:xfrm>
          <a:off x="2510" y="0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Removed duplicate rows</a:t>
          </a:r>
        </a:p>
      </dsp:txBody>
      <dsp:txXfrm>
        <a:off x="2510" y="0"/>
        <a:ext cx="1097677" cy="1552309"/>
      </dsp:txXfrm>
    </dsp:sp>
    <dsp:sp modelId="{9DFCF5C9-493E-41BB-95EC-1D4C344E0364}">
      <dsp:nvSpPr>
        <dsp:cNvPr id="0" name=""/>
        <dsp:cNvSpPr/>
      </dsp:nvSpPr>
      <dsp:spPr>
        <a:xfrm>
          <a:off x="357310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240B3-68B7-4AB9-917C-C23D65553678}">
      <dsp:nvSpPr>
        <dsp:cNvPr id="0" name=""/>
        <dsp:cNvSpPr/>
      </dsp:nvSpPr>
      <dsp:spPr>
        <a:xfrm>
          <a:off x="1155071" y="2328463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Handled missing values using mean</a:t>
          </a:r>
        </a:p>
      </dsp:txBody>
      <dsp:txXfrm>
        <a:off x="1155071" y="2328463"/>
        <a:ext cx="1097677" cy="1552309"/>
      </dsp:txXfrm>
    </dsp:sp>
    <dsp:sp modelId="{4390649D-EB47-43F2-984D-3F83429BA6BB}">
      <dsp:nvSpPr>
        <dsp:cNvPr id="0" name=""/>
        <dsp:cNvSpPr/>
      </dsp:nvSpPr>
      <dsp:spPr>
        <a:xfrm>
          <a:off x="1509871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28527-194A-4781-98A2-4D51B96CFB85}">
      <dsp:nvSpPr>
        <dsp:cNvPr id="0" name=""/>
        <dsp:cNvSpPr/>
      </dsp:nvSpPr>
      <dsp:spPr>
        <a:xfrm>
          <a:off x="2307632" y="0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Converted date column to datetime</a:t>
          </a:r>
        </a:p>
      </dsp:txBody>
      <dsp:txXfrm>
        <a:off x="2307632" y="0"/>
        <a:ext cx="1097677" cy="1552309"/>
      </dsp:txXfrm>
    </dsp:sp>
    <dsp:sp modelId="{81677CD0-8989-47C7-A52E-1BDF8686077A}">
      <dsp:nvSpPr>
        <dsp:cNvPr id="0" name=""/>
        <dsp:cNvSpPr/>
      </dsp:nvSpPr>
      <dsp:spPr>
        <a:xfrm>
          <a:off x="2662432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79AE6-9643-4FF5-ADC8-30A7AB3F1091}">
      <dsp:nvSpPr>
        <dsp:cNvPr id="0" name=""/>
        <dsp:cNvSpPr/>
      </dsp:nvSpPr>
      <dsp:spPr>
        <a:xfrm>
          <a:off x="3460193" y="2328463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Extracted year, month, day, day_of_week</a:t>
          </a:r>
        </a:p>
      </dsp:txBody>
      <dsp:txXfrm>
        <a:off x="3460193" y="2328463"/>
        <a:ext cx="1097677" cy="1552309"/>
      </dsp:txXfrm>
    </dsp:sp>
    <dsp:sp modelId="{428B4D2C-7271-4DDF-8E9A-FEB304D31AAD}">
      <dsp:nvSpPr>
        <dsp:cNvPr id="0" name=""/>
        <dsp:cNvSpPr/>
      </dsp:nvSpPr>
      <dsp:spPr>
        <a:xfrm>
          <a:off x="3814993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4C0C1-E9B6-4D38-8B0F-670A8EA4BF15}">
      <dsp:nvSpPr>
        <dsp:cNvPr id="0" name=""/>
        <dsp:cNvSpPr/>
      </dsp:nvSpPr>
      <dsp:spPr>
        <a:xfrm>
          <a:off x="4612754" y="0"/>
          <a:ext cx="1097677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Dropped original date column.</a:t>
          </a:r>
        </a:p>
      </dsp:txBody>
      <dsp:txXfrm>
        <a:off x="4612754" y="0"/>
        <a:ext cx="1097677" cy="1552309"/>
      </dsp:txXfrm>
    </dsp:sp>
    <dsp:sp modelId="{A1A74EFA-B87C-459A-9BCB-684365C1C371}">
      <dsp:nvSpPr>
        <dsp:cNvPr id="0" name=""/>
        <dsp:cNvSpPr/>
      </dsp:nvSpPr>
      <dsp:spPr>
        <a:xfrm>
          <a:off x="4967554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1E57FE-9CA3-4C72-B1D2-E145FE86772B}">
      <dsp:nvSpPr>
        <dsp:cNvPr id="0" name=""/>
        <dsp:cNvSpPr/>
      </dsp:nvSpPr>
      <dsp:spPr>
        <a:xfrm rot="5400000">
          <a:off x="3021331" y="-1086349"/>
          <a:ext cx="855083" cy="32459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R² measures how well the model explains the variation in the target variable.</a:t>
          </a:r>
          <a:endParaRPr lang="en-IN" sz="1500" kern="1200"/>
        </a:p>
      </dsp:txBody>
      <dsp:txXfrm rot="-5400000">
        <a:off x="1825874" y="150850"/>
        <a:ext cx="3204256" cy="771599"/>
      </dsp:txXfrm>
    </dsp:sp>
    <dsp:sp modelId="{463E144C-2D4B-49B5-BCD1-6FBBDF1BD698}">
      <dsp:nvSpPr>
        <dsp:cNvPr id="0" name=""/>
        <dsp:cNvSpPr/>
      </dsp:nvSpPr>
      <dsp:spPr>
        <a:xfrm>
          <a:off x="0" y="2222"/>
          <a:ext cx="1825873" cy="1068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R² Score (Coefficient of Determination)</a:t>
          </a:r>
          <a:endParaRPr lang="en-IN" sz="1600" kern="1200"/>
        </a:p>
      </dsp:txBody>
      <dsp:txXfrm>
        <a:off x="52177" y="54399"/>
        <a:ext cx="1721519" cy="964500"/>
      </dsp:txXfrm>
    </dsp:sp>
    <dsp:sp modelId="{CDAB2F89-E526-4C0A-836E-ADC84E96DA77}">
      <dsp:nvSpPr>
        <dsp:cNvPr id="0" name=""/>
        <dsp:cNvSpPr/>
      </dsp:nvSpPr>
      <dsp:spPr>
        <a:xfrm rot="5400000">
          <a:off x="3021331" y="35947"/>
          <a:ext cx="855083" cy="32459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Measures the </a:t>
          </a:r>
          <a:r>
            <a:rPr lang="en-US" sz="1500" b="1" kern="1200"/>
            <a:t>average squared difference between predicted and actual values</a:t>
          </a:r>
          <a:r>
            <a:rPr lang="en-US" sz="1500" kern="1200"/>
            <a:t>.</a:t>
          </a:r>
          <a:endParaRPr lang="en-IN" sz="1500" kern="1200"/>
        </a:p>
      </dsp:txBody>
      <dsp:txXfrm rot="-5400000">
        <a:off x="1825874" y="1273146"/>
        <a:ext cx="3204256" cy="771599"/>
      </dsp:txXfrm>
    </dsp:sp>
    <dsp:sp modelId="{1F43FED6-286E-4972-A0A2-85627A57337E}">
      <dsp:nvSpPr>
        <dsp:cNvPr id="0" name=""/>
        <dsp:cNvSpPr/>
      </dsp:nvSpPr>
      <dsp:spPr>
        <a:xfrm>
          <a:off x="0" y="1124519"/>
          <a:ext cx="1825873" cy="1068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MSE (Mean Squared Error)</a:t>
          </a:r>
          <a:endParaRPr lang="en-IN" sz="1600" kern="1200"/>
        </a:p>
      </dsp:txBody>
      <dsp:txXfrm>
        <a:off x="52177" y="1176696"/>
        <a:ext cx="1721519" cy="964500"/>
      </dsp:txXfrm>
    </dsp:sp>
    <dsp:sp modelId="{F742E7AF-07DB-49E8-91F2-97527E69C4B1}">
      <dsp:nvSpPr>
        <dsp:cNvPr id="0" name=""/>
        <dsp:cNvSpPr/>
      </dsp:nvSpPr>
      <dsp:spPr>
        <a:xfrm rot="5400000">
          <a:off x="3021331" y="1158243"/>
          <a:ext cx="855083" cy="32459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It shows the </a:t>
          </a:r>
          <a:r>
            <a:rPr lang="en-US" sz="1500" b="1" kern="1200"/>
            <a:t>average prediction error in the same units as the target variable</a:t>
          </a:r>
          <a:r>
            <a:rPr lang="en-US" sz="1500" kern="1200"/>
            <a:t> (USD).</a:t>
          </a:r>
          <a:endParaRPr lang="en-IN" sz="1500" kern="1200"/>
        </a:p>
      </dsp:txBody>
      <dsp:txXfrm rot="-5400000">
        <a:off x="1825874" y="2395442"/>
        <a:ext cx="3204256" cy="771599"/>
      </dsp:txXfrm>
    </dsp:sp>
    <dsp:sp modelId="{6878CE0E-8C59-47F1-A9F1-1CA68BA78709}">
      <dsp:nvSpPr>
        <dsp:cNvPr id="0" name=""/>
        <dsp:cNvSpPr/>
      </dsp:nvSpPr>
      <dsp:spPr>
        <a:xfrm>
          <a:off x="0" y="2246815"/>
          <a:ext cx="1825873" cy="1068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RMSE (Root Mean Squared Error)</a:t>
          </a:r>
          <a:endParaRPr lang="en-IN" sz="1600" kern="1200"/>
        </a:p>
      </dsp:txBody>
      <dsp:txXfrm>
        <a:off x="52177" y="2298992"/>
        <a:ext cx="1721519" cy="964500"/>
      </dsp:txXfrm>
    </dsp:sp>
    <dsp:sp modelId="{1E043CD9-3C76-422B-A465-E4B6CE3868C8}">
      <dsp:nvSpPr>
        <dsp:cNvPr id="0" name=""/>
        <dsp:cNvSpPr/>
      </dsp:nvSpPr>
      <dsp:spPr>
        <a:xfrm rot="5400000">
          <a:off x="3021331" y="2280540"/>
          <a:ext cx="855083" cy="32459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Average absolute difference between predicted and actual values.</a:t>
          </a:r>
          <a:endParaRPr lang="en-IN" sz="1500" kern="1200" dirty="0"/>
        </a:p>
      </dsp:txBody>
      <dsp:txXfrm rot="-5400000">
        <a:off x="1825874" y="3517739"/>
        <a:ext cx="3204256" cy="771599"/>
      </dsp:txXfrm>
    </dsp:sp>
    <dsp:sp modelId="{70803363-E965-4507-AEFC-E4928C5BD74B}">
      <dsp:nvSpPr>
        <dsp:cNvPr id="0" name=""/>
        <dsp:cNvSpPr/>
      </dsp:nvSpPr>
      <dsp:spPr>
        <a:xfrm>
          <a:off x="0" y="3369112"/>
          <a:ext cx="1825873" cy="10688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MAE (Mean Absolute Error)</a:t>
          </a:r>
          <a:endParaRPr lang="en-IN" sz="1600" kern="1200"/>
        </a:p>
      </dsp:txBody>
      <dsp:txXfrm>
        <a:off x="52177" y="3421289"/>
        <a:ext cx="1721519" cy="964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6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5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29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0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5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6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7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3326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8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3124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25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53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5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Content Monetization Modeler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 err="1"/>
              <a:t>Jayaseeli</a:t>
            </a:r>
            <a:r>
              <a:rPr lang="en-IN" dirty="0"/>
              <a:t> s</a:t>
            </a:r>
          </a:p>
          <a:p>
            <a:pPr marL="0" indent="0" algn="ctr">
              <a:buNone/>
            </a:pPr>
            <a:r>
              <a:rPr lang="en-IN" dirty="0"/>
              <a:t>DS-C-WD-E-B96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173" y="1400892"/>
            <a:ext cx="7797662" cy="1151965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096" y="2552857"/>
            <a:ext cx="6347714" cy="1498033"/>
          </a:xfrm>
        </p:spPr>
        <p:txBody>
          <a:bodyPr/>
          <a:lstStyle/>
          <a:p>
            <a:r>
              <a:rPr dirty="0"/>
              <a:t> Content Monetization Modeler – Predicts YouTube ad revenue using regression models.</a:t>
            </a:r>
          </a:p>
          <a:p>
            <a:r>
              <a:rPr dirty="0"/>
              <a:t>Technologies used: Python, Pandas, Scikit‑learn, TensorFlow, </a:t>
            </a:r>
            <a:r>
              <a:rPr dirty="0" err="1"/>
              <a:t>Streamlit</a:t>
            </a:r>
            <a:r>
              <a:rPr dirty="0"/>
              <a:t>, </a:t>
            </a:r>
            <a:r>
              <a:rPr dirty="0" err="1"/>
              <a:t>Plotly</a:t>
            </a:r>
            <a:r>
              <a:rPr dirty="0"/>
              <a:t>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640EFC79-85C8-6E3F-88A3-68ECD4CE56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0768747"/>
              </p:ext>
            </p:extLst>
          </p:nvPr>
        </p:nvGraphicFramePr>
        <p:xfrm>
          <a:off x="111228" y="2369476"/>
          <a:ext cx="8701552" cy="5203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Importing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pandas, </a:t>
            </a:r>
            <a:r>
              <a:rPr dirty="0" err="1"/>
              <a:t>numpy</a:t>
            </a:r>
            <a:r>
              <a:rPr dirty="0"/>
              <a:t> – data processing</a:t>
            </a:r>
          </a:p>
          <a:p>
            <a:r>
              <a:rPr dirty="0"/>
              <a:t> matplotlib, seaborn – visualization</a:t>
            </a:r>
          </a:p>
          <a:p>
            <a:r>
              <a:rPr dirty="0"/>
              <a:t> </a:t>
            </a:r>
            <a:r>
              <a:rPr dirty="0" err="1"/>
              <a:t>sklearn</a:t>
            </a:r>
            <a:r>
              <a:rPr dirty="0"/>
              <a:t> – machine learning models</a:t>
            </a:r>
          </a:p>
          <a:p>
            <a:r>
              <a:rPr dirty="0"/>
              <a:t> </a:t>
            </a:r>
            <a:r>
              <a:rPr dirty="0" err="1"/>
              <a:t>tensorflow</a:t>
            </a:r>
            <a:r>
              <a:rPr dirty="0"/>
              <a:t> – deep learning model</a:t>
            </a:r>
          </a:p>
          <a:p>
            <a:r>
              <a:rPr dirty="0" err="1"/>
              <a:t>streamlit</a:t>
            </a:r>
            <a:r>
              <a:rPr dirty="0"/>
              <a:t> – web dashboard</a:t>
            </a:r>
          </a:p>
          <a:p>
            <a:r>
              <a:rPr dirty="0" err="1"/>
              <a:t>plotly</a:t>
            </a:r>
            <a:r>
              <a:rPr dirty="0"/>
              <a:t> – interactive charts</a:t>
            </a:r>
          </a:p>
          <a:p>
            <a:r>
              <a:rPr dirty="0"/>
              <a:t> </a:t>
            </a:r>
            <a:r>
              <a:rPr dirty="0" err="1"/>
              <a:t>joblib</a:t>
            </a:r>
            <a:r>
              <a:rPr dirty="0"/>
              <a:t> / pickle – model saving &amp;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Dataset loaded using pandas:</a:t>
            </a:r>
          </a:p>
          <a:p>
            <a:r>
              <a:rPr dirty="0"/>
              <a:t>data = </a:t>
            </a:r>
            <a:r>
              <a:rPr dirty="0" err="1"/>
              <a:t>pd.read_csv</a:t>
            </a:r>
            <a:r>
              <a:rPr dirty="0"/>
              <a:t>('youtube_ad_revenue_dataset.csv')</a:t>
            </a:r>
          </a:p>
          <a:p>
            <a:endParaRPr dirty="0"/>
          </a:p>
          <a:p>
            <a:r>
              <a:rPr dirty="0"/>
              <a:t>The dataset contains:</a:t>
            </a:r>
          </a:p>
          <a:p>
            <a:r>
              <a:rPr dirty="0"/>
              <a:t>views, likes, comments, </a:t>
            </a:r>
            <a:r>
              <a:rPr dirty="0" err="1"/>
              <a:t>watch_time_minutes</a:t>
            </a:r>
            <a:r>
              <a:rPr dirty="0"/>
              <a:t>,</a:t>
            </a:r>
          </a:p>
          <a:p>
            <a:r>
              <a:rPr dirty="0" err="1"/>
              <a:t>video_length_minutes</a:t>
            </a:r>
            <a:r>
              <a:rPr dirty="0"/>
              <a:t>, subscribers,</a:t>
            </a:r>
          </a:p>
          <a:p>
            <a:r>
              <a:rPr dirty="0"/>
              <a:t>category, device, country, </a:t>
            </a:r>
            <a:r>
              <a:rPr dirty="0" err="1"/>
              <a:t>ad_revenue_usd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7FE1E0-7E0A-B27A-5D6B-581EBD245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471950"/>
              </p:ext>
            </p:extLst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Created a new feature:</a:t>
            </a:r>
          </a:p>
          <a:p>
            <a:r>
              <a:rPr dirty="0" err="1"/>
              <a:t>engagement_rate</a:t>
            </a:r>
            <a:r>
              <a:rPr dirty="0"/>
              <a:t> = (likes + comments) / view</a:t>
            </a:r>
            <a:r>
              <a:rPr lang="en-IN" dirty="0"/>
              <a:t>s</a:t>
            </a:r>
            <a:endParaRPr dirty="0"/>
          </a:p>
          <a:p>
            <a:r>
              <a:rPr dirty="0"/>
              <a:t>This measures how actively viewers interact with the video.</a:t>
            </a:r>
          </a:p>
          <a:p>
            <a:r>
              <a:rPr dirty="0"/>
              <a:t>Feature engineering helps the model learn better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Distribution plots created using seaborn:</a:t>
            </a:r>
          </a:p>
          <a:p>
            <a:r>
              <a:rPr dirty="0"/>
              <a:t>Views</a:t>
            </a:r>
          </a:p>
          <a:p>
            <a:r>
              <a:rPr dirty="0"/>
              <a:t>Likes</a:t>
            </a:r>
          </a:p>
          <a:p>
            <a:r>
              <a:rPr dirty="0"/>
              <a:t>Comments</a:t>
            </a:r>
          </a:p>
          <a:p>
            <a:r>
              <a:rPr dirty="0"/>
              <a:t> Subscribers</a:t>
            </a:r>
          </a:p>
          <a:p>
            <a:r>
              <a:rPr dirty="0"/>
              <a:t>Watch Time</a:t>
            </a:r>
          </a:p>
          <a:p>
            <a:r>
              <a:rPr dirty="0"/>
              <a:t> Ad Revenue</a:t>
            </a:r>
          </a:p>
          <a:p>
            <a:endParaRPr dirty="0"/>
          </a:p>
          <a:p>
            <a:r>
              <a:rPr dirty="0"/>
              <a:t>Purpose: understand data distribution and detect outliers.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3E4D-38A0-B513-975C-26C9B117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Subscriber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95FB5-C90E-0B37-4AD5-3163947DC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88613"/>
            <a:ext cx="6347714" cy="3880773"/>
          </a:xfrm>
        </p:spPr>
        <p:txBody>
          <a:bodyPr/>
          <a:lstStyle/>
          <a:p>
            <a:r>
              <a:rPr lang="en-US" dirty="0"/>
              <a:t>subscribers range from very small channels to creators with 1M+ subscribers. The uniform distribution helps the model learn revenue behavior across channel sizes.</a:t>
            </a:r>
          </a:p>
          <a:p>
            <a:r>
              <a:rPr lang="en-US" dirty="0"/>
              <a:t> uniform, represents small + large creators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9FB29-09B2-2ED6-D4B8-F101763DB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22" y="2977896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6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173A-0810-1BC9-1572-06698793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Distribution of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92BD8-0C1B-E689-D657-B22F14C61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287" y="1488613"/>
            <a:ext cx="6347714" cy="3880773"/>
          </a:xfrm>
        </p:spPr>
        <p:txBody>
          <a:bodyPr/>
          <a:lstStyle/>
          <a:p>
            <a:r>
              <a:rPr lang="en-US" dirty="0"/>
              <a:t>Views distribution is normally shaped, centered around 10,000.</a:t>
            </a:r>
          </a:p>
          <a:p>
            <a:r>
              <a:rPr lang="en-US" dirty="0"/>
              <a:t>This indicates clean, consistent data without outliers — suitable for regression modeling.</a:t>
            </a:r>
          </a:p>
          <a:p>
            <a:r>
              <a:rPr lang="en-IN" dirty="0"/>
              <a:t>normal, clean, no skew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896DC-7534-A9E4-1979-3E00EAEB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11" y="3264401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7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06F1-B069-9B05-0071-1AAAD415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Likes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CC9D-07B8-AD7A-E8CD-641AA93C4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91660"/>
            <a:ext cx="6347714" cy="3880773"/>
          </a:xfrm>
        </p:spPr>
        <p:txBody>
          <a:bodyPr/>
          <a:lstStyle/>
          <a:p>
            <a:r>
              <a:rPr lang="en-US" dirty="0"/>
              <a:t>Likes show a uniform distribution, indicating varied engagement across videos.</a:t>
            </a:r>
          </a:p>
          <a:p>
            <a:r>
              <a:rPr lang="en-US" dirty="0"/>
              <a:t>No major skew or outliers detected.</a:t>
            </a:r>
          </a:p>
          <a:p>
            <a:r>
              <a:rPr lang="en-IN" dirty="0"/>
              <a:t>uniform, varied engagement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57EB0-4882-9B07-26EC-6CA74CCEF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27" y="3017519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5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E172-5383-1DFC-034C-083CDFC0C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67953"/>
          </a:xfrm>
        </p:spPr>
        <p:txBody>
          <a:bodyPr/>
          <a:lstStyle/>
          <a:p>
            <a:r>
              <a:rPr lang="en-IN" dirty="0"/>
              <a:t>Distribution of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845A-2A0C-D2B4-FCC1-D859B634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327" y="1492351"/>
            <a:ext cx="6347714" cy="3880773"/>
          </a:xfrm>
        </p:spPr>
        <p:txBody>
          <a:bodyPr/>
          <a:lstStyle/>
          <a:p>
            <a:r>
              <a:rPr lang="en-US" dirty="0"/>
              <a:t>Comments are uniformly distributed with no major skew, indicating consistent audience interaction patterns.</a:t>
            </a:r>
          </a:p>
          <a:p>
            <a:r>
              <a:rPr lang="en-IN" dirty="0"/>
              <a:t> uniform, spread naturally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D2E90D-F462-FA85-4559-8EA070713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71" y="3130801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90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D03C-EA1B-ECF7-F714-C332F373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78240"/>
            <a:ext cx="6347713" cy="1320800"/>
          </a:xfrm>
        </p:spPr>
        <p:txBody>
          <a:bodyPr/>
          <a:lstStyle/>
          <a:p>
            <a:r>
              <a:rPr lang="en-IN" dirty="0"/>
              <a:t>Distribution of Watch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1278-043A-D5BC-99C0-18CB00179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8" y="904586"/>
            <a:ext cx="6347714" cy="3880773"/>
          </a:xfrm>
        </p:spPr>
        <p:txBody>
          <a:bodyPr/>
          <a:lstStyle/>
          <a:p>
            <a:r>
              <a:rPr lang="en-US" dirty="0" err="1"/>
              <a:t>atch</a:t>
            </a:r>
            <a:r>
              <a:rPr lang="en-US" dirty="0"/>
              <a:t> time is uniformly distributed across videos,</a:t>
            </a:r>
          </a:p>
          <a:p>
            <a:r>
              <a:rPr lang="en-US" dirty="0"/>
              <a:t>with values ranging from ~15,000 to 60,000 minutes.</a:t>
            </a:r>
          </a:p>
          <a:p>
            <a:r>
              <a:rPr lang="en-US" dirty="0"/>
              <a:t>There is no significant skew or outliers, indicating that watch time varies naturally across content types.</a:t>
            </a:r>
          </a:p>
          <a:p>
            <a:r>
              <a:rPr lang="en-IN" dirty="0"/>
              <a:t>Uniform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7C2F46-AB5C-6C1C-BF23-DBF9D3D0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27" y="2988560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00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81BE-BC3D-A7F4-A51F-DD164DAC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Ad Revenue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CC90-3C0D-E7AD-4632-AF8AAB5BF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96990"/>
            <a:ext cx="6347714" cy="3880773"/>
          </a:xfrm>
        </p:spPr>
        <p:txBody>
          <a:bodyPr/>
          <a:lstStyle/>
          <a:p>
            <a:r>
              <a:rPr lang="en-US" dirty="0"/>
              <a:t>Ad revenue values are uniformly distributed between ~140 and ~380 USD. </a:t>
            </a:r>
          </a:p>
          <a:p>
            <a:r>
              <a:rPr lang="en-US" dirty="0"/>
              <a:t>There is no skew or extreme outliers, suggesting stable revenue behavior across videos.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069EA-FD24-485A-7943-1044C537A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22" y="3130801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0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One‑Hot Encoding:</a:t>
            </a:r>
          </a:p>
          <a:p>
            <a:r>
              <a:t>pd.get_dummies(data, columns=['category','device','country'])</a:t>
            </a:r>
          </a:p>
          <a:p>
            <a:endParaRPr/>
          </a:p>
          <a:p>
            <a:r>
              <a:t>This converts text categories into numeric columns so ML models can process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Used </a:t>
            </a:r>
            <a:r>
              <a:rPr dirty="0" err="1"/>
              <a:t>StandardScaler</a:t>
            </a:r>
            <a:r>
              <a:rPr dirty="0"/>
              <a:t>:</a:t>
            </a:r>
          </a:p>
          <a:p>
            <a:r>
              <a:rPr dirty="0"/>
              <a:t>scaler = </a:t>
            </a:r>
            <a:r>
              <a:rPr dirty="0" err="1"/>
              <a:t>StandardScaler</a:t>
            </a:r>
            <a:r>
              <a:rPr dirty="0"/>
              <a:t>()</a:t>
            </a:r>
          </a:p>
          <a:p>
            <a:endParaRPr dirty="0"/>
          </a:p>
          <a:p>
            <a:r>
              <a:rPr dirty="0"/>
              <a:t>Purpose:</a:t>
            </a:r>
          </a:p>
          <a:p>
            <a:r>
              <a:rPr dirty="0"/>
              <a:t> Normalize numerical values</a:t>
            </a:r>
          </a:p>
          <a:p>
            <a:r>
              <a:rPr dirty="0"/>
              <a:t> Improve model performance</a:t>
            </a:r>
          </a:p>
          <a:p>
            <a:r>
              <a:rPr dirty="0"/>
              <a:t>Prevent features with large values dominating the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39" y="1355918"/>
            <a:ext cx="2694433" cy="3880773"/>
          </a:xfrm>
        </p:spPr>
        <p:txBody>
          <a:bodyPr>
            <a:normAutofit fontScale="92500"/>
          </a:bodyPr>
          <a:lstStyle/>
          <a:p>
            <a:r>
              <a:rPr dirty="0"/>
              <a:t>A heatmap was generated to analyze relationships.</a:t>
            </a:r>
          </a:p>
          <a:p>
            <a:r>
              <a:rPr dirty="0"/>
              <a:t>Key Insight:</a:t>
            </a:r>
          </a:p>
          <a:p>
            <a:r>
              <a:rPr dirty="0" err="1"/>
              <a:t>watch_time_minutes</a:t>
            </a:r>
            <a:r>
              <a:rPr dirty="0"/>
              <a:t> has very strong correlation (0.9</a:t>
            </a:r>
            <a:r>
              <a:rPr lang="en-IN" dirty="0"/>
              <a:t>6</a:t>
            </a:r>
            <a:r>
              <a:rPr dirty="0"/>
              <a:t>)</a:t>
            </a:r>
          </a:p>
          <a:p>
            <a:r>
              <a:rPr dirty="0"/>
              <a:t>with </a:t>
            </a:r>
            <a:r>
              <a:rPr dirty="0" err="1"/>
              <a:t>ad_revenue_usd</a:t>
            </a:r>
            <a:r>
              <a:rPr dirty="0"/>
              <a:t>.</a:t>
            </a:r>
          </a:p>
          <a:p>
            <a:r>
              <a:rPr dirty="0"/>
              <a:t>This means watch time is the most important predictor of ad revenue.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32497-0FC4-7F83-4069-23FC7391C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32" y="1270000"/>
            <a:ext cx="5689296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Train‑test split:</a:t>
            </a:r>
          </a:p>
          <a:p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endParaRPr dirty="0"/>
          </a:p>
          <a:p>
            <a:endParaRPr dirty="0"/>
          </a:p>
          <a:p>
            <a:r>
              <a:rPr dirty="0"/>
              <a:t>Models trained:</a:t>
            </a:r>
          </a:p>
          <a:p>
            <a:r>
              <a:rPr dirty="0"/>
              <a:t> Linear Regression</a:t>
            </a:r>
          </a:p>
          <a:p>
            <a:r>
              <a:rPr dirty="0"/>
              <a:t>Ridge Regression</a:t>
            </a:r>
          </a:p>
          <a:p>
            <a:r>
              <a:rPr dirty="0"/>
              <a:t> Lasso Regression</a:t>
            </a:r>
          </a:p>
          <a:p>
            <a:r>
              <a:rPr dirty="0"/>
              <a:t> </a:t>
            </a:r>
            <a:r>
              <a:rPr dirty="0" err="1"/>
              <a:t>ElasticNet</a:t>
            </a:r>
            <a:r>
              <a:rPr dirty="0"/>
              <a:t> Regression</a:t>
            </a:r>
          </a:p>
          <a:p>
            <a:r>
              <a:rPr dirty="0"/>
              <a:t> Huber Regression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AB91-371B-E47E-6D22-CD90108F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56CAC-752A-B5AD-D8E8-C292EFC28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06880"/>
            <a:ext cx="7290817" cy="471830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Explanation</a:t>
            </a:r>
            <a:endParaRPr lang="en-US" dirty="0"/>
          </a:p>
          <a:p>
            <a:r>
              <a:rPr lang="en-US" dirty="0"/>
              <a:t>Linear Regression predicts the target variable using a </a:t>
            </a:r>
            <a:r>
              <a:rPr lang="en-US" b="1" dirty="0"/>
              <a:t>linear relationship between features and output</a:t>
            </a:r>
            <a:r>
              <a:rPr lang="en-US" dirty="0"/>
              <a:t>.</a:t>
            </a:r>
          </a:p>
          <a:p>
            <a:r>
              <a:rPr lang="en-US" dirty="0"/>
              <a:t>Example in your project:</a:t>
            </a:r>
          </a:p>
          <a:p>
            <a:r>
              <a:rPr lang="en-US" dirty="0"/>
              <a:t>Ad Revenue = β0 + β1(views) + β2(likes) + β3(comments) + β4(</a:t>
            </a:r>
            <a:r>
              <a:rPr lang="en-US" dirty="0" err="1"/>
              <a:t>watch_time</a:t>
            </a:r>
            <a:r>
              <a:rPr lang="en-US" dirty="0"/>
              <a:t>) + ...</a:t>
            </a:r>
          </a:p>
          <a:p>
            <a:r>
              <a:rPr lang="en-US" b="1" dirty="0"/>
              <a:t>Key Idea</a:t>
            </a:r>
          </a:p>
          <a:p>
            <a:r>
              <a:rPr lang="en-US" dirty="0"/>
              <a:t>It finds coefficients that </a:t>
            </a:r>
            <a:r>
              <a:rPr lang="en-US" b="1" dirty="0"/>
              <a:t>minimize the error between predicted and actual values</a:t>
            </a:r>
            <a:r>
              <a:rPr lang="en-US" dirty="0"/>
              <a:t>.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✔ Simple and fast</a:t>
            </a:r>
            <a:br>
              <a:rPr lang="en-US" dirty="0"/>
            </a:br>
            <a:r>
              <a:rPr lang="en-US" dirty="0"/>
              <a:t>✔ Easy to interpret</a:t>
            </a:r>
            <a:br>
              <a:rPr lang="en-US" dirty="0"/>
            </a:br>
            <a:r>
              <a:rPr lang="en-US" dirty="0"/>
              <a:t>✔ Works well when data is linear</a:t>
            </a:r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Sensitive to outliers</a:t>
            </a:r>
            <a:br>
              <a:rPr lang="en-US" dirty="0"/>
            </a:br>
            <a:r>
              <a:rPr lang="en-US" dirty="0"/>
              <a:t>❌ Can overfit when many features exist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9981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8B68-4F8F-52FF-C0D6-878F45D2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65893-9BD2-EC5C-3607-7E29988B2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19" y="1453454"/>
            <a:ext cx="6925057" cy="479494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Ridge Regression is </a:t>
            </a:r>
            <a:r>
              <a:rPr lang="en-US" b="1" dirty="0"/>
              <a:t>Linear Regression with L2 regularization</a:t>
            </a:r>
            <a:r>
              <a:rPr lang="en-US" dirty="0"/>
              <a:t>.</a:t>
            </a:r>
          </a:p>
          <a:p>
            <a:r>
              <a:rPr lang="en-US" dirty="0"/>
              <a:t>It adds a </a:t>
            </a:r>
            <a:r>
              <a:rPr lang="en-US" b="1" dirty="0"/>
              <a:t>penalty term</a:t>
            </a:r>
            <a:r>
              <a:rPr lang="en-US" dirty="0"/>
              <a:t> to reduce very large coefficients.</a:t>
            </a:r>
          </a:p>
          <a:p>
            <a:r>
              <a:rPr lang="en-US" b="1" dirty="0"/>
              <a:t>Key Idea</a:t>
            </a:r>
          </a:p>
          <a:p>
            <a:r>
              <a:rPr lang="en-US" dirty="0"/>
              <a:t>It prevents </a:t>
            </a:r>
            <a:r>
              <a:rPr lang="en-US" b="1" dirty="0"/>
              <a:t>overfitting</a:t>
            </a:r>
            <a:r>
              <a:rPr lang="en-US" dirty="0"/>
              <a:t> by shrinking coefficient values.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If your model gives large weights like:</a:t>
            </a:r>
          </a:p>
          <a:p>
            <a:r>
              <a:rPr lang="en-IN" dirty="0"/>
              <a:t>views coefficient = 120</a:t>
            </a:r>
          </a:p>
          <a:p>
            <a:r>
              <a:rPr lang="en-IN" dirty="0"/>
              <a:t>likes coefficient = 80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✔ Handles multicollinearity</a:t>
            </a:r>
            <a:br>
              <a:rPr lang="en-US" dirty="0"/>
            </a:br>
            <a:r>
              <a:rPr lang="en-US" dirty="0"/>
              <a:t>✔ Reduces overfitting</a:t>
            </a:r>
            <a:br>
              <a:rPr lang="en-US" dirty="0"/>
            </a:br>
            <a:r>
              <a:rPr lang="en-US" dirty="0"/>
              <a:t>✔ Keeps all features</a:t>
            </a:r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Does not remove irrelevant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248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14B4-9253-BAF2-6176-F0DCA001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13F10-FF7E-4109-34F9-C9F92403F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Lasso Regression uses </a:t>
            </a:r>
            <a:r>
              <a:rPr lang="en-US" b="1" dirty="0"/>
              <a:t>L1 regularization</a:t>
            </a:r>
            <a:r>
              <a:rPr lang="en-US" dirty="0"/>
              <a:t>.</a:t>
            </a:r>
          </a:p>
          <a:p>
            <a:r>
              <a:rPr lang="en-US" dirty="0"/>
              <a:t>The penalty forces some coefficients to become </a:t>
            </a:r>
            <a:r>
              <a:rPr lang="en-US" b="1" dirty="0"/>
              <a:t>exactly zero</a:t>
            </a:r>
            <a:r>
              <a:rPr lang="en-US" dirty="0"/>
              <a:t>.</a:t>
            </a:r>
          </a:p>
          <a:p>
            <a:r>
              <a:rPr lang="en-US" b="1" dirty="0"/>
              <a:t>Key Idea</a:t>
            </a:r>
          </a:p>
          <a:p>
            <a:r>
              <a:rPr lang="en-US" dirty="0"/>
              <a:t>Lasso performs </a:t>
            </a:r>
            <a:r>
              <a:rPr lang="en-US" b="1" dirty="0"/>
              <a:t>automatic feature selection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IN" dirty="0"/>
              <a:t>views coefficient = 1.2</a:t>
            </a:r>
          </a:p>
          <a:p>
            <a:r>
              <a:rPr lang="en-IN" dirty="0"/>
              <a:t>likes coefficient = 0</a:t>
            </a:r>
          </a:p>
          <a:p>
            <a:r>
              <a:rPr lang="en-IN" dirty="0"/>
              <a:t>comments coefficient = 0</a:t>
            </a:r>
          </a:p>
          <a:p>
            <a:r>
              <a:rPr lang="en-IN" dirty="0" err="1"/>
              <a:t>watch_time</a:t>
            </a:r>
            <a:r>
              <a:rPr lang="en-IN" dirty="0"/>
              <a:t> coefficient = 3.5</a:t>
            </a:r>
          </a:p>
          <a:p>
            <a:r>
              <a:rPr lang="en-US" dirty="0"/>
              <a:t>✔ Feature selection</a:t>
            </a:r>
            <a:br>
              <a:rPr lang="en-US" dirty="0"/>
            </a:br>
            <a:r>
              <a:rPr lang="en-US" dirty="0"/>
              <a:t>✔ Reduces model complexity</a:t>
            </a:r>
            <a:br>
              <a:rPr lang="en-US" dirty="0"/>
            </a:br>
            <a:r>
              <a:rPr lang="en-US" dirty="0"/>
              <a:t>✔ Prevents overfitting</a:t>
            </a:r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Can remove useful features if λ is too large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018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D1C7-F12C-EF84-729D-7763E0423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76784"/>
            <a:ext cx="6347713" cy="1320800"/>
          </a:xfrm>
        </p:spPr>
        <p:txBody>
          <a:bodyPr/>
          <a:lstStyle/>
          <a:p>
            <a:r>
              <a:rPr lang="en-IN" dirty="0" err="1"/>
              <a:t>ElasticNet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5828-D886-5EBF-2870-39A36A7E1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865632"/>
            <a:ext cx="8132065" cy="5815584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ElasticNet</a:t>
            </a:r>
            <a:r>
              <a:rPr lang="en-US" dirty="0"/>
              <a:t> combines </a:t>
            </a:r>
            <a:r>
              <a:rPr lang="en-US" b="1" dirty="0"/>
              <a:t>Lasso + Ridge regularization</a:t>
            </a:r>
            <a:r>
              <a:rPr lang="en-US" dirty="0"/>
              <a:t>.</a:t>
            </a:r>
          </a:p>
          <a:p>
            <a:r>
              <a:rPr lang="en-US" dirty="0"/>
              <a:t>It uses both:</a:t>
            </a:r>
          </a:p>
          <a:p>
            <a:r>
              <a:rPr lang="en-US" b="1" dirty="0"/>
              <a:t>L1 penalty</a:t>
            </a:r>
            <a:r>
              <a:rPr lang="en-US" dirty="0"/>
              <a:t> (feature selection)</a:t>
            </a:r>
          </a:p>
          <a:p>
            <a:r>
              <a:rPr lang="en-US" b="1" dirty="0"/>
              <a:t>L2 penalty</a:t>
            </a:r>
            <a:r>
              <a:rPr lang="en-US" dirty="0"/>
              <a:t> (coefficient shrinking)</a:t>
            </a:r>
          </a:p>
          <a:p>
            <a:r>
              <a:rPr lang="en-US" b="1" dirty="0"/>
              <a:t>Key Idea</a:t>
            </a:r>
          </a:p>
          <a:p>
            <a:r>
              <a:rPr lang="en-US" dirty="0"/>
              <a:t>Useful when there are </a:t>
            </a:r>
            <a:r>
              <a:rPr lang="en-US" b="1" dirty="0"/>
              <a:t>many correlated features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views</a:t>
            </a:r>
            <a:br>
              <a:rPr lang="en-US" dirty="0"/>
            </a:br>
            <a:r>
              <a:rPr lang="en-US" dirty="0" err="1"/>
              <a:t>watch_time</a:t>
            </a:r>
            <a:br>
              <a:rPr lang="en-US" dirty="0"/>
            </a:br>
            <a:r>
              <a:rPr lang="en-US" dirty="0"/>
              <a:t>likes</a:t>
            </a:r>
            <a:br>
              <a:rPr lang="en-US" dirty="0"/>
            </a:br>
            <a:r>
              <a:rPr lang="en-US" dirty="0"/>
              <a:t>comments</a:t>
            </a:r>
          </a:p>
          <a:p>
            <a:r>
              <a:rPr lang="en-US" dirty="0"/>
              <a:t>These variables are highly correlated, so </a:t>
            </a:r>
            <a:r>
              <a:rPr lang="en-US" dirty="0" err="1"/>
              <a:t>ElasticNet</a:t>
            </a:r>
            <a:r>
              <a:rPr lang="en-US" dirty="0"/>
              <a:t> handles them better.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✔ Combines strengths of Ridge and Lasso</a:t>
            </a:r>
            <a:br>
              <a:rPr lang="en-US" dirty="0"/>
            </a:br>
            <a:r>
              <a:rPr lang="en-US" dirty="0"/>
              <a:t>✔ Works well for large datasets</a:t>
            </a:r>
            <a:br>
              <a:rPr lang="en-US" dirty="0"/>
            </a:br>
            <a:r>
              <a:rPr lang="en-US" dirty="0"/>
              <a:t>✔ Handles correlated features</a:t>
            </a:r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More parameters to tune</a:t>
            </a:r>
          </a:p>
          <a:p>
            <a:r>
              <a:rPr lang="en-US" b="1" dirty="0"/>
              <a:t>In your project</a:t>
            </a:r>
          </a:p>
          <a:p>
            <a:r>
              <a:rPr lang="en-US" dirty="0"/>
              <a:t>Tested to see if </a:t>
            </a:r>
            <a:r>
              <a:rPr lang="en-US" b="1" dirty="0"/>
              <a:t>combined regularization improves performance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677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4851-2AD6-9A87-1579-1866B479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Huber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802E-841B-78F3-E26B-B09FC07BE7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Huber Regression is a </a:t>
            </a:r>
            <a:r>
              <a:rPr lang="en-US" b="1" dirty="0"/>
              <a:t>robust regression algorithm</a:t>
            </a:r>
            <a:r>
              <a:rPr lang="en-US" dirty="0"/>
              <a:t> that handles </a:t>
            </a:r>
            <a:r>
              <a:rPr lang="en-US" b="1" dirty="0"/>
              <a:t>outliers</a:t>
            </a:r>
            <a:r>
              <a:rPr lang="en-US" dirty="0"/>
              <a:t>.</a:t>
            </a:r>
          </a:p>
          <a:p>
            <a:r>
              <a:rPr lang="en-US" dirty="0"/>
              <a:t>Instead of using only squared error, it uses </a:t>
            </a:r>
            <a:r>
              <a:rPr lang="en-US" b="1" dirty="0"/>
              <a:t>Huber Loss</a:t>
            </a:r>
            <a:r>
              <a:rPr lang="en-US" dirty="0"/>
              <a:t>:</a:t>
            </a:r>
          </a:p>
          <a:p>
            <a:r>
              <a:rPr lang="en-US" dirty="0"/>
              <a:t>Small errors → squared loss</a:t>
            </a:r>
          </a:p>
          <a:p>
            <a:r>
              <a:rPr lang="en-US" dirty="0"/>
              <a:t>Large errors → linear loss</a:t>
            </a:r>
          </a:p>
          <a:p>
            <a:pPr marL="0" indent="0">
              <a:buNone/>
            </a:pPr>
            <a:r>
              <a:rPr lang="en-US" b="1" dirty="0"/>
              <a:t>Key Idea</a:t>
            </a:r>
          </a:p>
          <a:p>
            <a:r>
              <a:rPr lang="en-US" dirty="0"/>
              <a:t>Reduces the impact of </a:t>
            </a:r>
            <a:r>
              <a:rPr lang="en-US" b="1" dirty="0"/>
              <a:t>extreme values</a:t>
            </a:r>
            <a:r>
              <a:rPr lang="en-US" dirty="0"/>
              <a:t>.</a:t>
            </a:r>
          </a:p>
          <a:p>
            <a:r>
              <a:rPr lang="en-US" dirty="0"/>
              <a:t>Example outlier:</a:t>
            </a:r>
          </a:p>
          <a:p>
            <a:r>
              <a:rPr lang="en-US" dirty="0"/>
              <a:t>views = 10000</a:t>
            </a:r>
            <a:br>
              <a:rPr lang="en-US" dirty="0"/>
            </a:br>
            <a:r>
              <a:rPr lang="en-US" dirty="0"/>
              <a:t>revenue = $20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views = 10000</a:t>
            </a:r>
            <a:br>
              <a:rPr lang="en-US" dirty="0"/>
            </a:br>
            <a:r>
              <a:rPr lang="en-US" dirty="0"/>
              <a:t>revenue = $5000  ← outlier</a:t>
            </a:r>
          </a:p>
          <a:p>
            <a:r>
              <a:rPr lang="en-US" dirty="0"/>
              <a:t>Linear regression gets distorted.</a:t>
            </a:r>
          </a:p>
          <a:p>
            <a:r>
              <a:rPr lang="en-US" dirty="0"/>
              <a:t>Huber Regression </a:t>
            </a:r>
            <a:r>
              <a:rPr lang="en-US" b="1" dirty="0"/>
              <a:t>reduces the effect of this outlier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BAF2A-DACF-22AB-7CE7-540BC010D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4116556" cy="436213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✔ Robust to outliers</a:t>
            </a:r>
            <a:br>
              <a:rPr lang="en-US" dirty="0"/>
            </a:br>
            <a:r>
              <a:rPr lang="en-US" dirty="0"/>
              <a:t>✔ Stable predictions</a:t>
            </a:r>
            <a:br>
              <a:rPr lang="en-US" dirty="0"/>
            </a:br>
            <a:r>
              <a:rPr lang="en-US" dirty="0"/>
              <a:t>✔ Good for real-world data</a:t>
            </a:r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Slightly slower than Linear Regression</a:t>
            </a:r>
          </a:p>
          <a:p>
            <a:r>
              <a:rPr lang="en-US" b="1" dirty="0"/>
              <a:t>project</a:t>
            </a:r>
          </a:p>
          <a:p>
            <a:r>
              <a:rPr lang="en-US" dirty="0"/>
              <a:t>Huber performed best because:</a:t>
            </a:r>
          </a:p>
          <a:p>
            <a:r>
              <a:rPr lang="en-US" dirty="0"/>
              <a:t>YouTube data contains outliers</a:t>
            </a:r>
            <a:br>
              <a:rPr lang="en-US" dirty="0"/>
            </a:br>
            <a:r>
              <a:rPr lang="en-US" dirty="0"/>
              <a:t>viral videos</a:t>
            </a:r>
            <a:br>
              <a:rPr lang="en-US" dirty="0"/>
            </a:br>
            <a:r>
              <a:rPr lang="en-US" dirty="0"/>
              <a:t>extreme watch times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070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2924D2-7416-73F5-8542-334C6633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637C5-F76A-C693-8A6C-3721361E6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631" y="1488613"/>
            <a:ext cx="6347714" cy="3880773"/>
          </a:xfrm>
        </p:spPr>
        <p:txBody>
          <a:bodyPr/>
          <a:lstStyle/>
          <a:p>
            <a:r>
              <a:rPr lang="en-US" dirty="0"/>
              <a:t>Huber performed best because:</a:t>
            </a:r>
            <a:br>
              <a:rPr lang="en-US" dirty="0"/>
            </a:br>
            <a:r>
              <a:rPr lang="en-US" dirty="0"/>
              <a:t>YouTube data contains outliers</a:t>
            </a:r>
            <a:br>
              <a:rPr lang="en-US" dirty="0"/>
            </a:br>
            <a:r>
              <a:rPr lang="en-US" dirty="0"/>
              <a:t>viral videos</a:t>
            </a:r>
            <a:br>
              <a:rPr lang="en-US" dirty="0"/>
            </a:br>
            <a:r>
              <a:rPr lang="en-US" dirty="0"/>
              <a:t>extreme watch times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85EA06-59B3-438C-7DB9-4527A6CFC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591261"/>
              </p:ext>
            </p:extLst>
          </p:nvPr>
        </p:nvGraphicFramePr>
        <p:xfrm>
          <a:off x="865631" y="2626186"/>
          <a:ext cx="7047676" cy="3030900"/>
        </p:xfrm>
        <a:graphic>
          <a:graphicData uri="http://schemas.openxmlformats.org/drawingml/2006/table">
            <a:tbl>
              <a:tblPr/>
              <a:tblGrid>
                <a:gridCol w="1761919">
                  <a:extLst>
                    <a:ext uri="{9D8B030D-6E8A-4147-A177-3AD203B41FA5}">
                      <a16:colId xmlns:a16="http://schemas.microsoft.com/office/drawing/2014/main" val="3182286861"/>
                    </a:ext>
                  </a:extLst>
                </a:gridCol>
                <a:gridCol w="1761919">
                  <a:extLst>
                    <a:ext uri="{9D8B030D-6E8A-4147-A177-3AD203B41FA5}">
                      <a16:colId xmlns:a16="http://schemas.microsoft.com/office/drawing/2014/main" val="732348766"/>
                    </a:ext>
                  </a:extLst>
                </a:gridCol>
                <a:gridCol w="1761919">
                  <a:extLst>
                    <a:ext uri="{9D8B030D-6E8A-4147-A177-3AD203B41FA5}">
                      <a16:colId xmlns:a16="http://schemas.microsoft.com/office/drawing/2014/main" val="3932581690"/>
                    </a:ext>
                  </a:extLst>
                </a:gridCol>
                <a:gridCol w="1761919">
                  <a:extLst>
                    <a:ext uri="{9D8B030D-6E8A-4147-A177-3AD203B41FA5}">
                      <a16:colId xmlns:a16="http://schemas.microsoft.com/office/drawing/2014/main" val="2606219987"/>
                    </a:ext>
                  </a:extLst>
                </a:gridCol>
              </a:tblGrid>
              <a:tr h="70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Regularization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Outliers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6775"/>
                  </a:ext>
                </a:extLst>
              </a:tr>
              <a:tr h="70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374096"/>
                  </a:ext>
                </a:extLst>
              </a:tr>
              <a:tr h="40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230503"/>
                  </a:ext>
                </a:extLst>
              </a:tr>
              <a:tr h="40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Lasso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177987"/>
                  </a:ext>
                </a:extLst>
              </a:tr>
              <a:tr h="40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ElasticNet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L1 + L2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702888"/>
                  </a:ext>
                </a:extLst>
              </a:tr>
              <a:tr h="40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Robust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41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548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294C40-1937-D722-4E82-539C9EC0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 of Evaluation Metrics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B02A7FB-F59D-D26B-EC7D-51419D4D2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9110681"/>
              </p:ext>
            </p:extLst>
          </p:nvPr>
        </p:nvGraphicFramePr>
        <p:xfrm>
          <a:off x="0" y="2009379"/>
          <a:ext cx="5071872" cy="4440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F1BC00E-B74D-6E8D-330B-8F0467FD43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1872" y="1930400"/>
            <a:ext cx="3438144" cy="444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24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model saved using joblib:</a:t>
            </a:r>
          </a:p>
          <a:p>
            <a:r>
              <a:t>joblib.dump(best_model, 'Regression.pkl')</a:t>
            </a:r>
          </a:p>
          <a:p>
            <a:endParaRPr/>
          </a:p>
          <a:p>
            <a:r>
              <a:t>This allows the trained model to be reused in a Streamlit application.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Streamlit</a:t>
            </a:r>
            <a:r>
              <a:rPr dirty="0"/>
              <a:t>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5" y="1672910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/>
              <a:t>This </a:t>
            </a:r>
            <a:r>
              <a:rPr lang="en-US" dirty="0" err="1"/>
              <a:t>Streamlit</a:t>
            </a:r>
            <a:r>
              <a:rPr lang="en-US" dirty="0"/>
              <a:t> application predicts YouTube ad revenue using a trained regression model.</a:t>
            </a:r>
          </a:p>
          <a:p>
            <a:r>
              <a:rPr lang="en-US" dirty="0"/>
              <a:t>The user inputs video metrics such as views, likes, watch time, and subscriber count.</a:t>
            </a:r>
          </a:p>
          <a:p>
            <a:r>
              <a:rPr lang="en-US" dirty="0"/>
              <a:t>The input data is processed and converted into the same feature format used during model training.</a:t>
            </a:r>
          </a:p>
          <a:p>
            <a:r>
              <a:rPr lang="en-US" dirty="0"/>
              <a:t>One-hot encoding is applied to categorical features like category, device, and country.</a:t>
            </a:r>
          </a:p>
          <a:p>
            <a:r>
              <a:rPr lang="en-US" dirty="0"/>
              <a:t>The trained regression model then predicts the estimated ad revenue and displays it in the dashboard.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5D4F-6A57-6152-F3F3-CEA334DD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13CEDA-CAD8-73B4-8BF9-1F04A59C4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80" y="0"/>
            <a:ext cx="9062708" cy="695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68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 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38C9D-F585-DC65-8B5D-EA2333BD1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JAYAEELI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121</TotalTime>
  <Words>1310</Words>
  <Application>Microsoft Office PowerPoint</Application>
  <PresentationFormat>On-screen Show (4:3)</PresentationFormat>
  <Paragraphs>223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Trebuchet MS</vt:lpstr>
      <vt:lpstr>Wingdings 3</vt:lpstr>
      <vt:lpstr>Facet</vt:lpstr>
      <vt:lpstr>Content Monetization Modeler</vt:lpstr>
      <vt:lpstr>Project Overview</vt:lpstr>
      <vt:lpstr>Importing Libraries</vt:lpstr>
      <vt:lpstr>Dataset Loading</vt:lpstr>
      <vt:lpstr>Data Cleaning</vt:lpstr>
      <vt:lpstr>Feature Engineering</vt:lpstr>
      <vt:lpstr>Data Visualization</vt:lpstr>
      <vt:lpstr>Distribution of Subscriber</vt:lpstr>
      <vt:lpstr> Distribution of Views</vt:lpstr>
      <vt:lpstr>Distribution of Likes</vt:lpstr>
      <vt:lpstr>Distribution of Comments</vt:lpstr>
      <vt:lpstr>Distribution of Watch Time</vt:lpstr>
      <vt:lpstr>Distribution of Ad Revenue</vt:lpstr>
      <vt:lpstr>Encoding Categorical Variables</vt:lpstr>
      <vt:lpstr>Feature Scaling</vt:lpstr>
      <vt:lpstr>Correlation Analysis</vt:lpstr>
      <vt:lpstr>Model Training</vt:lpstr>
      <vt:lpstr>Linear Regression</vt:lpstr>
      <vt:lpstr>Ridge Regression</vt:lpstr>
      <vt:lpstr>Lasso Regression</vt:lpstr>
      <vt:lpstr>ElasticNet</vt:lpstr>
      <vt:lpstr>Huber Regression</vt:lpstr>
      <vt:lpstr>project  </vt:lpstr>
      <vt:lpstr>Explanation of Evaluation Metrics</vt:lpstr>
      <vt:lpstr>Model Saving</vt:lpstr>
      <vt:lpstr>Streamlit Dashboard</vt:lpstr>
      <vt:lpstr>PowerPoint Presentation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PRAISE THE LORD</dc:creator>
  <cp:keywords/>
  <dc:description>generated using python-pptx</dc:description>
  <cp:lastModifiedBy>PRAISE THE LORD</cp:lastModifiedBy>
  <cp:revision>3</cp:revision>
  <dcterms:created xsi:type="dcterms:W3CDTF">2013-01-27T09:14:16Z</dcterms:created>
  <dcterms:modified xsi:type="dcterms:W3CDTF">2026-03-16T19:25:57Z</dcterms:modified>
  <cp:category/>
</cp:coreProperties>
</file>